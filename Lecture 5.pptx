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72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embeddedFontLs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047"/>
  </p:normalViewPr>
  <p:slideViewPr>
    <p:cSldViewPr snapToGrid="0" snapToObjects="1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kok, Dyllon (dekokdj)" userId="957e86ef-eeb4-486a-a7a1-710cccc07b65" providerId="ADAL" clId="{AA7A11A6-CEBC-415F-B4FB-1939253C9A98}"/>
    <pc:docChg chg="custSel addSld modSld">
      <pc:chgData name="Dekok, Dyllon (dekokdj)" userId="957e86ef-eeb4-486a-a7a1-710cccc07b65" providerId="ADAL" clId="{AA7A11A6-CEBC-415F-B4FB-1939253C9A98}" dt="2022-10-26T18:03:09.978" v="3428"/>
      <pc:docMkLst>
        <pc:docMk/>
      </pc:docMkLst>
      <pc:sldChg chg="modSp">
        <pc:chgData name="Dekok, Dyllon (dekokdj)" userId="957e86ef-eeb4-486a-a7a1-710cccc07b65" providerId="ADAL" clId="{AA7A11A6-CEBC-415F-B4FB-1939253C9A98}" dt="2022-10-26T18:03:09.978" v="3428"/>
        <pc:sldMkLst>
          <pc:docMk/>
          <pc:sldMk cId="3225461340" sldId="256"/>
        </pc:sldMkLst>
        <pc:spChg chg="mod">
          <ac:chgData name="Dekok, Dyllon (dekokdj)" userId="957e86ef-eeb4-486a-a7a1-710cccc07b65" providerId="ADAL" clId="{AA7A11A6-CEBC-415F-B4FB-1939253C9A98}" dt="2022-10-26T18:03:09.978" v="3428"/>
          <ac:spMkLst>
            <pc:docMk/>
            <pc:sldMk cId="3225461340" sldId="256"/>
            <ac:spMk id="3" creationId="{6BFE6C63-962B-174E-8512-457A930C62A4}"/>
          </ac:spMkLst>
        </pc:spChg>
      </pc:sldChg>
      <pc:sldChg chg="modSp add">
        <pc:chgData name="Dekok, Dyllon (dekokdj)" userId="957e86ef-eeb4-486a-a7a1-710cccc07b65" providerId="ADAL" clId="{AA7A11A6-CEBC-415F-B4FB-1939253C9A98}" dt="2022-10-03T19:33:12.909" v="445" actId="20577"/>
        <pc:sldMkLst>
          <pc:docMk/>
          <pc:sldMk cId="1430490788" sldId="257"/>
        </pc:sldMkLst>
        <pc:spChg chg="mod">
          <ac:chgData name="Dekok, Dyllon (dekokdj)" userId="957e86ef-eeb4-486a-a7a1-710cccc07b65" providerId="ADAL" clId="{AA7A11A6-CEBC-415F-B4FB-1939253C9A98}" dt="2022-10-03T19:29:50.413" v="27" actId="20577"/>
          <ac:spMkLst>
            <pc:docMk/>
            <pc:sldMk cId="1430490788" sldId="257"/>
            <ac:spMk id="2" creationId="{EE349B9C-06A3-4B7B-BF51-5FBC59BDAED8}"/>
          </ac:spMkLst>
        </pc:spChg>
        <pc:spChg chg="mod">
          <ac:chgData name="Dekok, Dyllon (dekokdj)" userId="957e86ef-eeb4-486a-a7a1-710cccc07b65" providerId="ADAL" clId="{AA7A11A6-CEBC-415F-B4FB-1939253C9A98}" dt="2022-10-03T19:33:12.909" v="445" actId="20577"/>
          <ac:spMkLst>
            <pc:docMk/>
            <pc:sldMk cId="1430490788" sldId="257"/>
            <ac:spMk id="3" creationId="{D15CE6CF-03D6-48CE-81D1-3A9FF16A0095}"/>
          </ac:spMkLst>
        </pc:spChg>
      </pc:sldChg>
      <pc:sldChg chg="modSp add">
        <pc:chgData name="Dekok, Dyllon (dekokdj)" userId="957e86ef-eeb4-486a-a7a1-710cccc07b65" providerId="ADAL" clId="{AA7A11A6-CEBC-415F-B4FB-1939253C9A98}" dt="2022-10-03T19:35:15.275" v="752" actId="20577"/>
        <pc:sldMkLst>
          <pc:docMk/>
          <pc:sldMk cId="3490535055" sldId="258"/>
        </pc:sldMkLst>
        <pc:spChg chg="mod">
          <ac:chgData name="Dekok, Dyllon (dekokdj)" userId="957e86ef-eeb4-486a-a7a1-710cccc07b65" providerId="ADAL" clId="{AA7A11A6-CEBC-415F-B4FB-1939253C9A98}" dt="2022-10-03T19:33:53.883" v="477" actId="20577"/>
          <ac:spMkLst>
            <pc:docMk/>
            <pc:sldMk cId="3490535055" sldId="258"/>
            <ac:spMk id="2" creationId="{A92CF23A-C681-438E-A171-FD429454C8C8}"/>
          </ac:spMkLst>
        </pc:spChg>
        <pc:spChg chg="mod">
          <ac:chgData name="Dekok, Dyllon (dekokdj)" userId="957e86ef-eeb4-486a-a7a1-710cccc07b65" providerId="ADAL" clId="{AA7A11A6-CEBC-415F-B4FB-1939253C9A98}" dt="2022-10-03T19:35:15.275" v="752" actId="20577"/>
          <ac:spMkLst>
            <pc:docMk/>
            <pc:sldMk cId="3490535055" sldId="258"/>
            <ac:spMk id="3" creationId="{0776D8FC-1990-4EB0-B87A-5E99D860A373}"/>
          </ac:spMkLst>
        </pc:spChg>
      </pc:sldChg>
      <pc:sldChg chg="addSp delSp modSp add">
        <pc:chgData name="Dekok, Dyllon (dekokdj)" userId="957e86ef-eeb4-486a-a7a1-710cccc07b65" providerId="ADAL" clId="{AA7A11A6-CEBC-415F-B4FB-1939253C9A98}" dt="2022-10-03T20:10:34.328" v="3289" actId="962"/>
        <pc:sldMkLst>
          <pc:docMk/>
          <pc:sldMk cId="1667114662" sldId="259"/>
        </pc:sldMkLst>
        <pc:spChg chg="mod">
          <ac:chgData name="Dekok, Dyllon (dekokdj)" userId="957e86ef-eeb4-486a-a7a1-710cccc07b65" providerId="ADAL" clId="{AA7A11A6-CEBC-415F-B4FB-1939253C9A98}" dt="2022-10-03T19:36:16.561" v="779" actId="20577"/>
          <ac:spMkLst>
            <pc:docMk/>
            <pc:sldMk cId="1667114662" sldId="259"/>
            <ac:spMk id="2" creationId="{E93B6206-0C16-4C9E-BB2E-1E32D11DAD19}"/>
          </ac:spMkLst>
        </pc:spChg>
        <pc:spChg chg="del">
          <ac:chgData name="Dekok, Dyllon (dekokdj)" userId="957e86ef-eeb4-486a-a7a1-710cccc07b65" providerId="ADAL" clId="{AA7A11A6-CEBC-415F-B4FB-1939253C9A98}" dt="2022-10-03T19:36:17.654" v="780"/>
          <ac:spMkLst>
            <pc:docMk/>
            <pc:sldMk cId="1667114662" sldId="259"/>
            <ac:spMk id="3" creationId="{0CD267D3-061F-4C97-A7EB-27DB9582FCD5}"/>
          </ac:spMkLst>
        </pc:spChg>
        <pc:picChg chg="add mod">
          <ac:chgData name="Dekok, Dyllon (dekokdj)" userId="957e86ef-eeb4-486a-a7a1-710cccc07b65" providerId="ADAL" clId="{AA7A11A6-CEBC-415F-B4FB-1939253C9A98}" dt="2022-10-03T20:10:34.328" v="3289" actId="962"/>
          <ac:picMkLst>
            <pc:docMk/>
            <pc:sldMk cId="1667114662" sldId="259"/>
            <ac:picMk id="4" creationId="{73A27264-55D3-43AB-9EBE-0AABACD0E8B5}"/>
          </ac:picMkLst>
        </pc:picChg>
      </pc:sldChg>
      <pc:sldChg chg="modSp add">
        <pc:chgData name="Dekok, Dyllon (dekokdj)" userId="957e86ef-eeb4-486a-a7a1-710cccc07b65" providerId="ADAL" clId="{AA7A11A6-CEBC-415F-B4FB-1939253C9A98}" dt="2022-10-03T19:38:08.674" v="979" actId="20577"/>
        <pc:sldMkLst>
          <pc:docMk/>
          <pc:sldMk cId="790555662" sldId="260"/>
        </pc:sldMkLst>
        <pc:spChg chg="mod">
          <ac:chgData name="Dekok, Dyllon (dekokdj)" userId="957e86ef-eeb4-486a-a7a1-710cccc07b65" providerId="ADAL" clId="{AA7A11A6-CEBC-415F-B4FB-1939253C9A98}" dt="2022-10-03T19:37:00.115" v="820" actId="20577"/>
          <ac:spMkLst>
            <pc:docMk/>
            <pc:sldMk cId="790555662" sldId="260"/>
            <ac:spMk id="2" creationId="{BDCE2091-6B09-4508-815A-851A738B53AC}"/>
          </ac:spMkLst>
        </pc:spChg>
        <pc:spChg chg="mod">
          <ac:chgData name="Dekok, Dyllon (dekokdj)" userId="957e86ef-eeb4-486a-a7a1-710cccc07b65" providerId="ADAL" clId="{AA7A11A6-CEBC-415F-B4FB-1939253C9A98}" dt="2022-10-03T19:38:08.674" v="979" actId="20577"/>
          <ac:spMkLst>
            <pc:docMk/>
            <pc:sldMk cId="790555662" sldId="260"/>
            <ac:spMk id="3" creationId="{128155CE-E6C2-47A7-A834-D383785D7BE7}"/>
          </ac:spMkLst>
        </pc:spChg>
      </pc:sldChg>
      <pc:sldChg chg="modSp add">
        <pc:chgData name="Dekok, Dyllon (dekokdj)" userId="957e86ef-eeb4-486a-a7a1-710cccc07b65" providerId="ADAL" clId="{AA7A11A6-CEBC-415F-B4FB-1939253C9A98}" dt="2022-10-03T19:40:03.376" v="1246" actId="20577"/>
        <pc:sldMkLst>
          <pc:docMk/>
          <pc:sldMk cId="1556704489" sldId="261"/>
        </pc:sldMkLst>
        <pc:spChg chg="mod">
          <ac:chgData name="Dekok, Dyllon (dekokdj)" userId="957e86ef-eeb4-486a-a7a1-710cccc07b65" providerId="ADAL" clId="{AA7A11A6-CEBC-415F-B4FB-1939253C9A98}" dt="2022-10-03T19:38:42.583" v="996" actId="20577"/>
          <ac:spMkLst>
            <pc:docMk/>
            <pc:sldMk cId="1556704489" sldId="261"/>
            <ac:spMk id="2" creationId="{3260854E-7442-4A13-A04A-B362A73DC010}"/>
          </ac:spMkLst>
        </pc:spChg>
        <pc:spChg chg="mod">
          <ac:chgData name="Dekok, Dyllon (dekokdj)" userId="957e86ef-eeb4-486a-a7a1-710cccc07b65" providerId="ADAL" clId="{AA7A11A6-CEBC-415F-B4FB-1939253C9A98}" dt="2022-10-03T19:40:03.376" v="1246" actId="20577"/>
          <ac:spMkLst>
            <pc:docMk/>
            <pc:sldMk cId="1556704489" sldId="261"/>
            <ac:spMk id="3" creationId="{7BC0F629-3A7B-426C-ADF6-E2A4016011E0}"/>
          </ac:spMkLst>
        </pc:spChg>
      </pc:sldChg>
      <pc:sldChg chg="modSp add">
        <pc:chgData name="Dekok, Dyllon (dekokdj)" userId="957e86ef-eeb4-486a-a7a1-710cccc07b65" providerId="ADAL" clId="{AA7A11A6-CEBC-415F-B4FB-1939253C9A98}" dt="2022-10-03T19:41:58.020" v="1518" actId="20577"/>
        <pc:sldMkLst>
          <pc:docMk/>
          <pc:sldMk cId="2364485009" sldId="262"/>
        </pc:sldMkLst>
        <pc:spChg chg="mod">
          <ac:chgData name="Dekok, Dyllon (dekokdj)" userId="957e86ef-eeb4-486a-a7a1-710cccc07b65" providerId="ADAL" clId="{AA7A11A6-CEBC-415F-B4FB-1939253C9A98}" dt="2022-10-03T19:40:49.960" v="1268" actId="20577"/>
          <ac:spMkLst>
            <pc:docMk/>
            <pc:sldMk cId="2364485009" sldId="262"/>
            <ac:spMk id="2" creationId="{A0B3FC97-2824-44C5-B6A5-B82371ED68CF}"/>
          </ac:spMkLst>
        </pc:spChg>
        <pc:spChg chg="mod">
          <ac:chgData name="Dekok, Dyllon (dekokdj)" userId="957e86ef-eeb4-486a-a7a1-710cccc07b65" providerId="ADAL" clId="{AA7A11A6-CEBC-415F-B4FB-1939253C9A98}" dt="2022-10-03T19:41:58.020" v="1518" actId="20577"/>
          <ac:spMkLst>
            <pc:docMk/>
            <pc:sldMk cId="2364485009" sldId="262"/>
            <ac:spMk id="3" creationId="{49BC4E16-AF61-4C3E-AE9F-DCDDE89459C5}"/>
          </ac:spMkLst>
        </pc:spChg>
      </pc:sldChg>
      <pc:sldChg chg="modSp add">
        <pc:chgData name="Dekok, Dyllon (dekokdj)" userId="957e86ef-eeb4-486a-a7a1-710cccc07b65" providerId="ADAL" clId="{AA7A11A6-CEBC-415F-B4FB-1939253C9A98}" dt="2022-10-03T19:47:59.050" v="1772" actId="20577"/>
        <pc:sldMkLst>
          <pc:docMk/>
          <pc:sldMk cId="3975898836" sldId="263"/>
        </pc:sldMkLst>
        <pc:spChg chg="mod">
          <ac:chgData name="Dekok, Dyllon (dekokdj)" userId="957e86ef-eeb4-486a-a7a1-710cccc07b65" providerId="ADAL" clId="{AA7A11A6-CEBC-415F-B4FB-1939253C9A98}" dt="2022-10-03T19:46:27.147" v="1531" actId="20577"/>
          <ac:spMkLst>
            <pc:docMk/>
            <pc:sldMk cId="3975898836" sldId="263"/>
            <ac:spMk id="2" creationId="{6C9834D9-332D-4837-84D1-90245BE14937}"/>
          </ac:spMkLst>
        </pc:spChg>
        <pc:spChg chg="mod">
          <ac:chgData name="Dekok, Dyllon (dekokdj)" userId="957e86ef-eeb4-486a-a7a1-710cccc07b65" providerId="ADAL" clId="{AA7A11A6-CEBC-415F-B4FB-1939253C9A98}" dt="2022-10-03T19:47:59.050" v="1772" actId="20577"/>
          <ac:spMkLst>
            <pc:docMk/>
            <pc:sldMk cId="3975898836" sldId="263"/>
            <ac:spMk id="3" creationId="{23841E31-01DD-435F-8E45-FF6F5B59301B}"/>
          </ac:spMkLst>
        </pc:spChg>
      </pc:sldChg>
      <pc:sldChg chg="addSp delSp modSp add">
        <pc:chgData name="Dekok, Dyllon (dekokdj)" userId="957e86ef-eeb4-486a-a7a1-710cccc07b65" providerId="ADAL" clId="{AA7A11A6-CEBC-415F-B4FB-1939253C9A98}" dt="2022-10-03T20:10:47.395" v="3339" actId="962"/>
        <pc:sldMkLst>
          <pc:docMk/>
          <pc:sldMk cId="2499539496" sldId="264"/>
        </pc:sldMkLst>
        <pc:spChg chg="mod">
          <ac:chgData name="Dekok, Dyllon (dekokdj)" userId="957e86ef-eeb4-486a-a7a1-710cccc07b65" providerId="ADAL" clId="{AA7A11A6-CEBC-415F-B4FB-1939253C9A98}" dt="2022-10-03T19:48:35.146" v="1819" actId="20577"/>
          <ac:spMkLst>
            <pc:docMk/>
            <pc:sldMk cId="2499539496" sldId="264"/>
            <ac:spMk id="2" creationId="{DA438305-DBBB-4145-9454-58072532824D}"/>
          </ac:spMkLst>
        </pc:spChg>
        <pc:spChg chg="del">
          <ac:chgData name="Dekok, Dyllon (dekokdj)" userId="957e86ef-eeb4-486a-a7a1-710cccc07b65" providerId="ADAL" clId="{AA7A11A6-CEBC-415F-B4FB-1939253C9A98}" dt="2022-10-03T19:48:50.224" v="1820"/>
          <ac:spMkLst>
            <pc:docMk/>
            <pc:sldMk cId="2499539496" sldId="264"/>
            <ac:spMk id="3" creationId="{E58E280F-72D2-4A3A-8A52-5A18B4CFC6E6}"/>
          </ac:spMkLst>
        </pc:spChg>
        <pc:picChg chg="add mod">
          <ac:chgData name="Dekok, Dyllon (dekokdj)" userId="957e86ef-eeb4-486a-a7a1-710cccc07b65" providerId="ADAL" clId="{AA7A11A6-CEBC-415F-B4FB-1939253C9A98}" dt="2022-10-03T20:10:47.395" v="3339" actId="962"/>
          <ac:picMkLst>
            <pc:docMk/>
            <pc:sldMk cId="2499539496" sldId="264"/>
            <ac:picMk id="4" creationId="{AC06A81D-8FAC-4551-B306-383C1C075E1A}"/>
          </ac:picMkLst>
        </pc:picChg>
      </pc:sldChg>
      <pc:sldChg chg="modSp add">
        <pc:chgData name="Dekok, Dyllon (dekokdj)" userId="957e86ef-eeb4-486a-a7a1-710cccc07b65" providerId="ADAL" clId="{AA7A11A6-CEBC-415F-B4FB-1939253C9A98}" dt="2022-10-03T19:50:46.149" v="2062" actId="20577"/>
        <pc:sldMkLst>
          <pc:docMk/>
          <pc:sldMk cId="1122337681" sldId="265"/>
        </pc:sldMkLst>
        <pc:spChg chg="mod">
          <ac:chgData name="Dekok, Dyllon (dekokdj)" userId="957e86ef-eeb4-486a-a7a1-710cccc07b65" providerId="ADAL" clId="{AA7A11A6-CEBC-415F-B4FB-1939253C9A98}" dt="2022-10-03T19:49:40.803" v="1843" actId="20577"/>
          <ac:spMkLst>
            <pc:docMk/>
            <pc:sldMk cId="1122337681" sldId="265"/>
            <ac:spMk id="2" creationId="{9E20C420-930C-474C-9FC0-5F93857987F7}"/>
          </ac:spMkLst>
        </pc:spChg>
        <pc:spChg chg="mod">
          <ac:chgData name="Dekok, Dyllon (dekokdj)" userId="957e86ef-eeb4-486a-a7a1-710cccc07b65" providerId="ADAL" clId="{AA7A11A6-CEBC-415F-B4FB-1939253C9A98}" dt="2022-10-03T19:50:46.149" v="2062" actId="20577"/>
          <ac:spMkLst>
            <pc:docMk/>
            <pc:sldMk cId="1122337681" sldId="265"/>
            <ac:spMk id="3" creationId="{C816B6F9-0E66-42CC-A636-4D65AA9F55BF}"/>
          </ac:spMkLst>
        </pc:spChg>
      </pc:sldChg>
      <pc:sldChg chg="modSp add">
        <pc:chgData name="Dekok, Dyllon (dekokdj)" userId="957e86ef-eeb4-486a-a7a1-710cccc07b65" providerId="ADAL" clId="{AA7A11A6-CEBC-415F-B4FB-1939253C9A98}" dt="2022-10-03T19:51:43.646" v="2256" actId="20577"/>
        <pc:sldMkLst>
          <pc:docMk/>
          <pc:sldMk cId="1269987595" sldId="266"/>
        </pc:sldMkLst>
        <pc:spChg chg="mod">
          <ac:chgData name="Dekok, Dyllon (dekokdj)" userId="957e86ef-eeb4-486a-a7a1-710cccc07b65" providerId="ADAL" clId="{AA7A11A6-CEBC-415F-B4FB-1939253C9A98}" dt="2022-10-03T19:51:04.380" v="2072" actId="14100"/>
          <ac:spMkLst>
            <pc:docMk/>
            <pc:sldMk cId="1269987595" sldId="266"/>
            <ac:spMk id="2" creationId="{8B8B13A9-91A3-477E-A8CB-7D1CF874A67D}"/>
          </ac:spMkLst>
        </pc:spChg>
        <pc:spChg chg="mod">
          <ac:chgData name="Dekok, Dyllon (dekokdj)" userId="957e86ef-eeb4-486a-a7a1-710cccc07b65" providerId="ADAL" clId="{AA7A11A6-CEBC-415F-B4FB-1939253C9A98}" dt="2022-10-03T19:51:43.646" v="2256" actId="20577"/>
          <ac:spMkLst>
            <pc:docMk/>
            <pc:sldMk cId="1269987595" sldId="266"/>
            <ac:spMk id="3" creationId="{716073C8-FB5F-45FA-BD6B-81EF7AC6B4B7}"/>
          </ac:spMkLst>
        </pc:spChg>
      </pc:sldChg>
      <pc:sldChg chg="addSp modSp add">
        <pc:chgData name="Dekok, Dyllon (dekokdj)" userId="957e86ef-eeb4-486a-a7a1-710cccc07b65" providerId="ADAL" clId="{AA7A11A6-CEBC-415F-B4FB-1939253C9A98}" dt="2022-10-03T20:10:58.161" v="3365" actId="962"/>
        <pc:sldMkLst>
          <pc:docMk/>
          <pc:sldMk cId="3316345100" sldId="267"/>
        </pc:sldMkLst>
        <pc:spChg chg="mod">
          <ac:chgData name="Dekok, Dyllon (dekokdj)" userId="957e86ef-eeb4-486a-a7a1-710cccc07b65" providerId="ADAL" clId="{AA7A11A6-CEBC-415F-B4FB-1939253C9A98}" dt="2022-10-03T19:52:29.328" v="2282" actId="20577"/>
          <ac:spMkLst>
            <pc:docMk/>
            <pc:sldMk cId="3316345100" sldId="267"/>
            <ac:spMk id="2" creationId="{52F616EB-E4C5-45A3-9DED-37B0EFC4EECA}"/>
          </ac:spMkLst>
        </pc:spChg>
        <pc:spChg chg="mod">
          <ac:chgData name="Dekok, Dyllon (dekokdj)" userId="957e86ef-eeb4-486a-a7a1-710cccc07b65" providerId="ADAL" clId="{AA7A11A6-CEBC-415F-B4FB-1939253C9A98}" dt="2022-10-03T19:53:04.406" v="2333" actId="20577"/>
          <ac:spMkLst>
            <pc:docMk/>
            <pc:sldMk cId="3316345100" sldId="267"/>
            <ac:spMk id="3" creationId="{D4041BCC-1110-49A6-9BA6-C30F101DAA66}"/>
          </ac:spMkLst>
        </pc:spChg>
        <pc:picChg chg="add mod">
          <ac:chgData name="Dekok, Dyllon (dekokdj)" userId="957e86ef-eeb4-486a-a7a1-710cccc07b65" providerId="ADAL" clId="{AA7A11A6-CEBC-415F-B4FB-1939253C9A98}" dt="2022-10-03T20:10:58.161" v="3365" actId="962"/>
          <ac:picMkLst>
            <pc:docMk/>
            <pc:sldMk cId="3316345100" sldId="267"/>
            <ac:picMk id="4" creationId="{4ADACCEF-B701-4F5F-9F6D-04E0A4FB79E4}"/>
          </ac:picMkLst>
        </pc:picChg>
      </pc:sldChg>
      <pc:sldChg chg="modSp add">
        <pc:chgData name="Dekok, Dyllon (dekokdj)" userId="957e86ef-eeb4-486a-a7a1-710cccc07b65" providerId="ADAL" clId="{AA7A11A6-CEBC-415F-B4FB-1939253C9A98}" dt="2022-10-03T19:56:56.543" v="2502" actId="20577"/>
        <pc:sldMkLst>
          <pc:docMk/>
          <pc:sldMk cId="3209691897" sldId="268"/>
        </pc:sldMkLst>
        <pc:spChg chg="mod">
          <ac:chgData name="Dekok, Dyllon (dekokdj)" userId="957e86ef-eeb4-486a-a7a1-710cccc07b65" providerId="ADAL" clId="{AA7A11A6-CEBC-415F-B4FB-1939253C9A98}" dt="2022-10-03T19:54:15.847" v="2350" actId="20577"/>
          <ac:spMkLst>
            <pc:docMk/>
            <pc:sldMk cId="3209691897" sldId="268"/>
            <ac:spMk id="2" creationId="{77DAFCFD-EFA2-4C26-8A6A-A5C34D1D60FD}"/>
          </ac:spMkLst>
        </pc:spChg>
        <pc:spChg chg="mod">
          <ac:chgData name="Dekok, Dyllon (dekokdj)" userId="957e86ef-eeb4-486a-a7a1-710cccc07b65" providerId="ADAL" clId="{AA7A11A6-CEBC-415F-B4FB-1939253C9A98}" dt="2022-10-03T19:56:56.543" v="2502" actId="20577"/>
          <ac:spMkLst>
            <pc:docMk/>
            <pc:sldMk cId="3209691897" sldId="268"/>
            <ac:spMk id="3" creationId="{C31E0D1F-2E7F-47AE-B866-1A14D8ACBD76}"/>
          </ac:spMkLst>
        </pc:spChg>
      </pc:sldChg>
      <pc:sldChg chg="addSp delSp modSp add">
        <pc:chgData name="Dekok, Dyllon (dekokdj)" userId="957e86ef-eeb4-486a-a7a1-710cccc07b65" providerId="ADAL" clId="{AA7A11A6-CEBC-415F-B4FB-1939253C9A98}" dt="2022-10-03T20:11:09.002" v="3395" actId="962"/>
        <pc:sldMkLst>
          <pc:docMk/>
          <pc:sldMk cId="277984247" sldId="269"/>
        </pc:sldMkLst>
        <pc:spChg chg="mod">
          <ac:chgData name="Dekok, Dyllon (dekokdj)" userId="957e86ef-eeb4-486a-a7a1-710cccc07b65" providerId="ADAL" clId="{AA7A11A6-CEBC-415F-B4FB-1939253C9A98}" dt="2022-10-03T19:57:19.198" v="2514" actId="20577"/>
          <ac:spMkLst>
            <pc:docMk/>
            <pc:sldMk cId="277984247" sldId="269"/>
            <ac:spMk id="2" creationId="{64F324AC-8369-4936-BA1A-523E822363B2}"/>
          </ac:spMkLst>
        </pc:spChg>
        <pc:spChg chg="del">
          <ac:chgData name="Dekok, Dyllon (dekokdj)" userId="957e86ef-eeb4-486a-a7a1-710cccc07b65" providerId="ADAL" clId="{AA7A11A6-CEBC-415F-B4FB-1939253C9A98}" dt="2022-10-03T19:57:33.920" v="2515"/>
          <ac:spMkLst>
            <pc:docMk/>
            <pc:sldMk cId="277984247" sldId="269"/>
            <ac:spMk id="3" creationId="{F8C6FE17-CCB9-4DC5-92C1-998D9825B7DB}"/>
          </ac:spMkLst>
        </pc:spChg>
        <pc:picChg chg="add mod">
          <ac:chgData name="Dekok, Dyllon (dekokdj)" userId="957e86ef-eeb4-486a-a7a1-710cccc07b65" providerId="ADAL" clId="{AA7A11A6-CEBC-415F-B4FB-1939253C9A98}" dt="2022-10-03T20:11:09.002" v="3395" actId="962"/>
          <ac:picMkLst>
            <pc:docMk/>
            <pc:sldMk cId="277984247" sldId="269"/>
            <ac:picMk id="4" creationId="{B3787F00-ABA6-4425-83CC-EFB6D6671276}"/>
          </ac:picMkLst>
        </pc:picChg>
      </pc:sldChg>
      <pc:sldChg chg="modSp add">
        <pc:chgData name="Dekok, Dyllon (dekokdj)" userId="957e86ef-eeb4-486a-a7a1-710cccc07b65" providerId="ADAL" clId="{AA7A11A6-CEBC-415F-B4FB-1939253C9A98}" dt="2022-10-03T19:59:12.530" v="2644" actId="20577"/>
        <pc:sldMkLst>
          <pc:docMk/>
          <pc:sldMk cId="2230003673" sldId="270"/>
        </pc:sldMkLst>
        <pc:spChg chg="mod">
          <ac:chgData name="Dekok, Dyllon (dekokdj)" userId="957e86ef-eeb4-486a-a7a1-710cccc07b65" providerId="ADAL" clId="{AA7A11A6-CEBC-415F-B4FB-1939253C9A98}" dt="2022-10-03T19:58:31.138" v="2541" actId="20577"/>
          <ac:spMkLst>
            <pc:docMk/>
            <pc:sldMk cId="2230003673" sldId="270"/>
            <ac:spMk id="2" creationId="{2EC8C3FD-B07A-4F88-9460-9E19413A249C}"/>
          </ac:spMkLst>
        </pc:spChg>
        <pc:spChg chg="mod">
          <ac:chgData name="Dekok, Dyllon (dekokdj)" userId="957e86ef-eeb4-486a-a7a1-710cccc07b65" providerId="ADAL" clId="{AA7A11A6-CEBC-415F-B4FB-1939253C9A98}" dt="2022-10-03T19:59:12.530" v="2644" actId="20577"/>
          <ac:spMkLst>
            <pc:docMk/>
            <pc:sldMk cId="2230003673" sldId="270"/>
            <ac:spMk id="3" creationId="{60B3BC0D-D228-4791-8BD1-F0F05DB30C84}"/>
          </ac:spMkLst>
        </pc:spChg>
      </pc:sldChg>
      <pc:sldChg chg="modSp add">
        <pc:chgData name="Dekok, Dyllon (dekokdj)" userId="957e86ef-eeb4-486a-a7a1-710cccc07b65" providerId="ADAL" clId="{AA7A11A6-CEBC-415F-B4FB-1939253C9A98}" dt="2022-10-03T20:04:39.418" v="2825" actId="20577"/>
        <pc:sldMkLst>
          <pc:docMk/>
          <pc:sldMk cId="2603575002" sldId="271"/>
        </pc:sldMkLst>
        <pc:spChg chg="mod">
          <ac:chgData name="Dekok, Dyllon (dekokdj)" userId="957e86ef-eeb4-486a-a7a1-710cccc07b65" providerId="ADAL" clId="{AA7A11A6-CEBC-415F-B4FB-1939253C9A98}" dt="2022-10-03T20:03:01.569" v="2683" actId="20577"/>
          <ac:spMkLst>
            <pc:docMk/>
            <pc:sldMk cId="2603575002" sldId="271"/>
            <ac:spMk id="2" creationId="{AE3A033C-E233-448E-AE90-58BC1CA43AE3}"/>
          </ac:spMkLst>
        </pc:spChg>
        <pc:spChg chg="mod">
          <ac:chgData name="Dekok, Dyllon (dekokdj)" userId="957e86ef-eeb4-486a-a7a1-710cccc07b65" providerId="ADAL" clId="{AA7A11A6-CEBC-415F-B4FB-1939253C9A98}" dt="2022-10-03T20:04:39.418" v="2825" actId="20577"/>
          <ac:spMkLst>
            <pc:docMk/>
            <pc:sldMk cId="2603575002" sldId="271"/>
            <ac:spMk id="3" creationId="{AC3F0FD3-975F-43CA-9510-ECB5D0E93F83}"/>
          </ac:spMkLst>
        </pc:spChg>
      </pc:sldChg>
      <pc:sldChg chg="addSp delSp modSp add">
        <pc:chgData name="Dekok, Dyllon (dekokdj)" userId="957e86ef-eeb4-486a-a7a1-710cccc07b65" providerId="ADAL" clId="{AA7A11A6-CEBC-415F-B4FB-1939253C9A98}" dt="2022-10-03T20:11:18.824" v="3427" actId="962"/>
        <pc:sldMkLst>
          <pc:docMk/>
          <pc:sldMk cId="4099587036" sldId="272"/>
        </pc:sldMkLst>
        <pc:spChg chg="mod">
          <ac:chgData name="Dekok, Dyllon (dekokdj)" userId="957e86ef-eeb4-486a-a7a1-710cccc07b65" providerId="ADAL" clId="{AA7A11A6-CEBC-415F-B4FB-1939253C9A98}" dt="2022-10-03T20:05:03.072" v="2882" actId="20577"/>
          <ac:spMkLst>
            <pc:docMk/>
            <pc:sldMk cId="4099587036" sldId="272"/>
            <ac:spMk id="2" creationId="{7E41C21B-EE09-4927-B19C-661EEB66D0A4}"/>
          </ac:spMkLst>
        </pc:spChg>
        <pc:spChg chg="del">
          <ac:chgData name="Dekok, Dyllon (dekokdj)" userId="957e86ef-eeb4-486a-a7a1-710cccc07b65" providerId="ADAL" clId="{AA7A11A6-CEBC-415F-B4FB-1939253C9A98}" dt="2022-10-03T20:05:13.230" v="2883"/>
          <ac:spMkLst>
            <pc:docMk/>
            <pc:sldMk cId="4099587036" sldId="272"/>
            <ac:spMk id="3" creationId="{D861EDFA-C2D6-43FA-89C7-EB62E3A54987}"/>
          </ac:spMkLst>
        </pc:spChg>
        <pc:picChg chg="add mod">
          <ac:chgData name="Dekok, Dyllon (dekokdj)" userId="957e86ef-eeb4-486a-a7a1-710cccc07b65" providerId="ADAL" clId="{AA7A11A6-CEBC-415F-B4FB-1939253C9A98}" dt="2022-10-03T20:11:18.824" v="3427" actId="962"/>
          <ac:picMkLst>
            <pc:docMk/>
            <pc:sldMk cId="4099587036" sldId="272"/>
            <ac:picMk id="4" creationId="{3B763D6F-8304-44BB-B99F-D86C34D71F19}"/>
          </ac:picMkLst>
        </pc:picChg>
      </pc:sldChg>
      <pc:sldChg chg="modSp add">
        <pc:chgData name="Dekok, Dyllon (dekokdj)" userId="957e86ef-eeb4-486a-a7a1-710cccc07b65" providerId="ADAL" clId="{AA7A11A6-CEBC-415F-B4FB-1939253C9A98}" dt="2022-10-03T20:07:02.562" v="3159" actId="20577"/>
        <pc:sldMkLst>
          <pc:docMk/>
          <pc:sldMk cId="1812336553" sldId="273"/>
        </pc:sldMkLst>
        <pc:spChg chg="mod">
          <ac:chgData name="Dekok, Dyllon (dekokdj)" userId="957e86ef-eeb4-486a-a7a1-710cccc07b65" providerId="ADAL" clId="{AA7A11A6-CEBC-415F-B4FB-1939253C9A98}" dt="2022-10-03T20:05:31.465" v="2899" actId="20577"/>
          <ac:spMkLst>
            <pc:docMk/>
            <pc:sldMk cId="1812336553" sldId="273"/>
            <ac:spMk id="2" creationId="{84D8ADE7-CAB1-4ACC-A191-BDBA71215662}"/>
          </ac:spMkLst>
        </pc:spChg>
        <pc:spChg chg="mod">
          <ac:chgData name="Dekok, Dyllon (dekokdj)" userId="957e86ef-eeb4-486a-a7a1-710cccc07b65" providerId="ADAL" clId="{AA7A11A6-CEBC-415F-B4FB-1939253C9A98}" dt="2022-10-03T20:07:02.562" v="3159" actId="20577"/>
          <ac:spMkLst>
            <pc:docMk/>
            <pc:sldMk cId="1812336553" sldId="273"/>
            <ac:spMk id="3" creationId="{115BFA16-A551-40FF-8895-1F047B3E69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16355-A56F-422E-8852-646F9B04DB7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1CD80-7BBC-403A-BE5B-9F9CE1D14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66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273FC7C-E39B-434D-B8C8-B97A27EBD5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4157"/>
          <a:stretch/>
        </p:blipFill>
        <p:spPr>
          <a:xfrm>
            <a:off x="10281685" y="0"/>
            <a:ext cx="19315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46B6B7-7092-7C4C-AB0C-D4B2D2BEB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75768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A2EB5-946D-7141-9968-495BF2F8E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875768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1076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26CB-D66D-D34D-BB70-040DFCD4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2FFED-A90C-C54D-92A3-E3DF410E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63061" cy="35438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2AA15-FE30-B540-8F57-E93BE74D29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4157"/>
          <a:stretch/>
        </p:blipFill>
        <p:spPr>
          <a:xfrm>
            <a:off x="10281685" y="0"/>
            <a:ext cx="193158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B8194F-68F1-6E40-B52D-4027EFAECB95}"/>
              </a:ext>
            </a:extLst>
          </p:cNvPr>
          <p:cNvSpPr/>
          <p:nvPr userDrawn="1"/>
        </p:nvSpPr>
        <p:spPr>
          <a:xfrm>
            <a:off x="10260419" y="1690688"/>
            <a:ext cx="1952845" cy="5167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5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DE36-3B18-AB41-A2AC-D17243007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9428569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515DE-BA50-9D49-9F54-520CAB99C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9449835" cy="782637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02803-6244-0242-9518-B9BBB3FE30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4157"/>
          <a:stretch/>
        </p:blipFill>
        <p:spPr>
          <a:xfrm>
            <a:off x="10281685" y="0"/>
            <a:ext cx="193158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EC0F5DB-B560-5E4C-91E5-97E2A132F046}"/>
              </a:ext>
            </a:extLst>
          </p:cNvPr>
          <p:cNvSpPr/>
          <p:nvPr userDrawn="1"/>
        </p:nvSpPr>
        <p:spPr>
          <a:xfrm>
            <a:off x="10260419" y="5372100"/>
            <a:ext cx="1952845" cy="148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6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7B3B-C6FE-954E-BFBF-4227BE11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674" y="365125"/>
            <a:ext cx="792158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230AC-AF33-594A-89E4-EE7C013EA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79673" y="1825625"/>
            <a:ext cx="4465675" cy="3503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CE7A6-F50B-8543-A86E-2B8EF629A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4836" y="1825625"/>
            <a:ext cx="4548963" cy="3503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261344-213A-A040-9049-94FEEFBE88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4157" b="22291"/>
          <a:stretch/>
        </p:blipFill>
        <p:spPr>
          <a:xfrm>
            <a:off x="0" y="0"/>
            <a:ext cx="1931580" cy="532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63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5F27-1BFA-4746-A0CB-303C2AB1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218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DDF9A-53B9-9747-BCC2-E223280F3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740EF-9498-4F4D-8B96-15B7B5D40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938463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F8CCA-90F1-1C46-B1D1-63B0CE25F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38862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CAC9A-49D6-8C4E-B8F5-5ACA5E54D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3886200" cy="2938463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D03CD6-BFA7-CF4F-B4BD-ED2F207507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4157"/>
          <a:stretch/>
        </p:blipFill>
        <p:spPr>
          <a:xfrm>
            <a:off x="10281685" y="0"/>
            <a:ext cx="193158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EED1F20-9B58-D74C-8856-C72662826EB9}"/>
              </a:ext>
            </a:extLst>
          </p:cNvPr>
          <p:cNvSpPr/>
          <p:nvPr userDrawn="1"/>
        </p:nvSpPr>
        <p:spPr>
          <a:xfrm flipH="1">
            <a:off x="10214700" y="5443538"/>
            <a:ext cx="45719" cy="141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1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540FAF-A4AC-B84B-8D2B-FA669BE3A6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4506"/>
          <a:stretch/>
        </p:blipFill>
        <p:spPr>
          <a:xfrm>
            <a:off x="10302948" y="0"/>
            <a:ext cx="188905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C3F8ED-9F50-DE41-BAC7-10F8E450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341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497A37-B897-7E49-A9A5-7CA4C748DE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5417"/>
          <a:stretch/>
        </p:blipFill>
        <p:spPr>
          <a:xfrm>
            <a:off x="0" y="0"/>
            <a:ext cx="12192000" cy="51149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3D2C60B-A005-4749-964D-8A94154FB2CC}"/>
              </a:ext>
            </a:extLst>
          </p:cNvPr>
          <p:cNvSpPr/>
          <p:nvPr userDrawn="1"/>
        </p:nvSpPr>
        <p:spPr>
          <a:xfrm>
            <a:off x="9786938" y="0"/>
            <a:ext cx="24050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4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174D-8A26-604C-8AD0-3784D9A9D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205E-2A0C-7E40-B243-618C6B726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3703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B20C7-D4B9-4547-97BD-AA8F7C090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004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372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E7AE-02F6-1343-8DAC-CD51C0D3B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8EF25-24ED-4A45-BD14-5DF02DA8A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327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CB901-E6DE-6C40-A118-00FDC6C93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2575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24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ACC4-5F66-F54B-852E-E3DE6E5A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03E4F-9174-8D46-B41C-C41B4899F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671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F6C8E2-BDAF-BF46-8DB8-72689B608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4849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72B2E-088A-C740-ADB1-8D18A91DA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484981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664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F423C-D5A1-094D-A836-3EEF8E611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263061" cy="3543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C2ADF-FA53-8947-AD90-655C8D07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630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3D0BEC-C3B1-A441-A7D1-90503A713AA6}"/>
              </a:ext>
            </a:extLst>
          </p:cNvPr>
          <p:cNvSpPr/>
          <p:nvPr userDrawn="1"/>
        </p:nvSpPr>
        <p:spPr>
          <a:xfrm>
            <a:off x="0" y="5504379"/>
            <a:ext cx="10101261" cy="135362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A78D90-31B9-ED4F-965A-C8DD65DE52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07720" y="5614985"/>
            <a:ext cx="1766038" cy="792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598283-143C-274A-B01C-291642F58D0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749680" y="5678783"/>
            <a:ext cx="3506638" cy="79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3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thropic.com/en/docs/build-with-claude/tool-use" TargetMode="External"/><Relationship Id="rId2" Type="http://schemas.openxmlformats.org/officeDocument/2006/relationships/hyperlink" Target="https://platform.openai.com/docs/guides/function-callin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Agentic AI 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Function calling: how LLMs get new abilities like looking things up, running queries, and taking action</a:t>
            </a:r>
          </a:p>
          <a:p>
            <a:r>
              <a:rPr sz="1700" i="1"/>
              <a:t>Intro to Agentic AI  •  Lecture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327640" cy="3543817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2000" b="0" dirty="0"/>
              <a:t>What tools are, and what tool calling (function calling) actually means</a:t>
            </a:r>
          </a:p>
          <a:p>
            <a:pPr>
              <a:spcAft>
                <a:spcPts val="1000"/>
              </a:spcAft>
            </a:pPr>
            <a:r>
              <a:rPr sz="2000" b="0" dirty="0"/>
              <a:t>Live demo: making an LLM "call a tool" with nothing but a prompt</a:t>
            </a:r>
          </a:p>
          <a:p>
            <a:pPr>
              <a:spcAft>
                <a:spcPts val="1000"/>
              </a:spcAft>
            </a:pPr>
            <a:r>
              <a:rPr sz="2000" b="0" dirty="0"/>
              <a:t>Live demo: autonomy is just prompting and interpreting output</a:t>
            </a:r>
          </a:p>
          <a:p>
            <a:pPr>
              <a:spcAft>
                <a:spcPts val="1000"/>
              </a:spcAft>
            </a:pPr>
            <a:r>
              <a:rPr sz="2000" b="0" dirty="0"/>
              <a:t>A real example: Study Buddy</a:t>
            </a:r>
            <a:r>
              <a:rPr lang="en-US" sz="2000" b="0" dirty="0"/>
              <a:t> (</a:t>
            </a:r>
            <a:r>
              <a:rPr sz="2000" b="0" dirty="0"/>
              <a:t>the persona-based agent you'll build in Lab 4</a:t>
            </a:r>
            <a:r>
              <a:rPr lang="en-US" sz="2000" b="0" dirty="0"/>
              <a:t>)</a:t>
            </a:r>
            <a:endParaRPr sz="2000" b="0" dirty="0"/>
          </a:p>
          <a:p>
            <a:pPr>
              <a:spcAft>
                <a:spcPts val="1000"/>
              </a:spcAft>
            </a:pPr>
            <a:r>
              <a:rPr sz="2000" b="0" dirty="0"/>
              <a:t>The agent loop, and how it maps to your assignment</a:t>
            </a:r>
          </a:p>
          <a:p>
            <a:pPr>
              <a:spcAft>
                <a:spcPts val="1000"/>
              </a:spcAft>
            </a:pPr>
            <a:r>
              <a:rPr sz="2000" b="0" dirty="0"/>
              <a:t>Then it's hands-on: build Study Buddy in Lab 4, and your own Persona Agent in Assignment </a:t>
            </a:r>
            <a:r>
              <a:rPr lang="en-US" sz="2000" b="0" dirty="0"/>
              <a:t>5</a:t>
            </a:r>
            <a:endParaRPr sz="20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= LLM +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780000"/>
            <a:ext cx="9161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1" dirty="0">
                <a:solidFill>
                  <a:srgbClr val="5B5B5B"/>
                </a:solidFill>
              </a:rPr>
              <a:t>Every agent you'll build splits into two pieces working together</a:t>
            </a:r>
            <a:r>
              <a:rPr lang="en-US" b="0" i="1" dirty="0">
                <a:solidFill>
                  <a:srgbClr val="5B5B5B"/>
                </a:solidFill>
              </a:rPr>
              <a:t>.</a:t>
            </a:r>
            <a:r>
              <a:rPr b="0" i="1" dirty="0">
                <a:solidFill>
                  <a:srgbClr val="5B5B5B"/>
                </a:solidFill>
              </a:rPr>
              <a:t> </a:t>
            </a:r>
            <a:r>
              <a:rPr lang="en-US" i="1" dirty="0">
                <a:solidFill>
                  <a:srgbClr val="5B5B5B"/>
                </a:solidFill>
              </a:rPr>
              <a:t>N</a:t>
            </a:r>
            <a:r>
              <a:rPr b="0" i="1" dirty="0">
                <a:solidFill>
                  <a:srgbClr val="5B5B5B"/>
                </a:solidFill>
              </a:rPr>
              <a:t>either one is an agent by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2350000"/>
            <a:ext cx="4430900" cy="3050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5569100" y="2350000"/>
            <a:ext cx="4430900" cy="3050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269100" y="3598002"/>
            <a:ext cx="3000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E00122"/>
                </a:solidFill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200" y="2550000"/>
            <a:ext cx="4170900" cy="2636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E00122"/>
                </a:solidFill>
              </a:rPr>
              <a:t>The LLM</a:t>
            </a:r>
          </a:p>
          <a:p>
            <a:pPr>
              <a:spcBef>
                <a:spcPts val="700"/>
              </a:spcBef>
            </a:pPr>
            <a:r>
              <a:rPr sz="1600" b="0" i="0" dirty="0">
                <a:solidFill>
                  <a:srgbClr val="222222"/>
                </a:solidFill>
              </a:rPr>
              <a:t>•  Reads the system prompt and conversation history</a:t>
            </a:r>
          </a:p>
          <a:p>
            <a:pPr>
              <a:spcBef>
                <a:spcPts val="700"/>
              </a:spcBef>
            </a:pPr>
            <a:r>
              <a:rPr sz="1600" b="0" i="0" dirty="0">
                <a:solidFill>
                  <a:srgbClr val="222222"/>
                </a:solidFill>
              </a:rPr>
              <a:t>•  Decides what text to generate next, token by token</a:t>
            </a:r>
          </a:p>
          <a:p>
            <a:pPr>
              <a:spcBef>
                <a:spcPts val="700"/>
              </a:spcBef>
            </a:pPr>
            <a:r>
              <a:rPr sz="1600" b="0" i="0" dirty="0">
                <a:solidFill>
                  <a:srgbClr val="222222"/>
                </a:solidFill>
              </a:rPr>
              <a:t>•  </a:t>
            </a:r>
            <a:r>
              <a:rPr lang="en-US" sz="1600" b="0" i="0" dirty="0">
                <a:solidFill>
                  <a:srgbClr val="222222"/>
                </a:solidFill>
              </a:rPr>
              <a:t>Can “decide” to call a tool but can only output text indicating that decision.</a:t>
            </a:r>
          </a:p>
          <a:p>
            <a:pPr>
              <a:spcBef>
                <a:spcPts val="700"/>
              </a:spcBef>
            </a:pPr>
            <a:r>
              <a:rPr sz="1600" b="0" i="0" dirty="0">
                <a:solidFill>
                  <a:srgbClr val="222222"/>
                </a:solidFill>
              </a:rPr>
              <a:t>•  Has no memory between calls, no code execution, no access to your files or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100" y="2550000"/>
            <a:ext cx="4087060" cy="2636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 dirty="0">
                <a:solidFill>
                  <a:srgbClr val="E00122"/>
                </a:solidFill>
              </a:rPr>
              <a:t>The Harness</a:t>
            </a:r>
          </a:p>
          <a:p>
            <a:pPr>
              <a:spcBef>
                <a:spcPts val="700"/>
              </a:spcBef>
            </a:pPr>
            <a:r>
              <a:rPr sz="1600" b="0" i="0" dirty="0">
                <a:solidFill>
                  <a:srgbClr val="222222"/>
                </a:solidFill>
              </a:rPr>
              <a:t>•  The code that calls the LLM API</a:t>
            </a:r>
            <a:r>
              <a:rPr lang="en-US" sz="1600" b="0" i="0" dirty="0">
                <a:solidFill>
                  <a:srgbClr val="222222"/>
                </a:solidFill>
              </a:rPr>
              <a:t>;</a:t>
            </a:r>
            <a:r>
              <a:rPr sz="1600" b="0" i="0" dirty="0">
                <a:solidFill>
                  <a:srgbClr val="222222"/>
                </a:solidFill>
              </a:rPr>
              <a:t> your Python script</a:t>
            </a:r>
          </a:p>
          <a:p>
            <a:pPr>
              <a:spcBef>
                <a:spcPts val="700"/>
              </a:spcBef>
            </a:pPr>
            <a:r>
              <a:rPr sz="1600" b="0" i="0" dirty="0">
                <a:solidFill>
                  <a:srgbClr val="222222"/>
                </a:solidFill>
              </a:rPr>
              <a:t>•  The system prompt and conversation history it builds and passes in</a:t>
            </a:r>
          </a:p>
          <a:p>
            <a:pPr>
              <a:spcBef>
                <a:spcPts val="700"/>
              </a:spcBef>
            </a:pPr>
            <a:r>
              <a:rPr sz="1600" b="0" i="0" dirty="0">
                <a:solidFill>
                  <a:srgbClr val="222222"/>
                </a:solidFill>
              </a:rPr>
              <a:t>•  The tool functions that actually run when the model asks for them</a:t>
            </a:r>
          </a:p>
          <a:p>
            <a:pPr>
              <a:spcBef>
                <a:spcPts val="700"/>
              </a:spcBef>
            </a:pPr>
            <a:r>
              <a:rPr sz="1600" b="0" i="0" dirty="0">
                <a:solidFill>
                  <a:srgbClr val="222222"/>
                </a:solidFill>
              </a:rPr>
              <a:t>•  The loop that keeps calling the LLM until the conversation is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Tools, and How Do They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780000"/>
            <a:ext cx="91618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 dirty="0">
                <a:solidFill>
                  <a:srgbClr val="5B5B5B"/>
                </a:solidFill>
              </a:rPr>
              <a:t>LLMs are designed to generate text</a:t>
            </a:r>
            <a:r>
              <a:rPr lang="en-US" sz="1600" b="0" i="1" dirty="0">
                <a:solidFill>
                  <a:srgbClr val="5B5B5B"/>
                </a:solidFill>
              </a:rPr>
              <a:t>,</a:t>
            </a:r>
            <a:r>
              <a:rPr sz="1600" b="0" i="1" dirty="0">
                <a:solidFill>
                  <a:srgbClr val="5B5B5B"/>
                </a:solidFill>
              </a:rPr>
              <a:t> that's all they do. Tools give them new abilities by pairing a function with a description the model can 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2380000"/>
            <a:ext cx="9161800" cy="4400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Oval 4"/>
          <p:cNvSpPr/>
          <p:nvPr/>
        </p:nvSpPr>
        <p:spPr>
          <a:xfrm>
            <a:off x="1028200" y="2420000"/>
            <a:ext cx="360000" cy="360000"/>
          </a:xfrm>
          <a:prstGeom prst="ellipse">
            <a:avLst/>
          </a:prstGeom>
          <a:solidFill>
            <a:srgbClr val="E00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1028200" y="2476889"/>
            <a:ext cx="360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8200" y="2369168"/>
            <a:ext cx="82118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dirty="0">
                <a:solidFill>
                  <a:srgbClr val="222222"/>
                </a:solidFill>
              </a:rPr>
              <a:t>Look something up, or take an action  —  </a:t>
            </a:r>
            <a:r>
              <a:rPr sz="1400" dirty="0">
                <a:solidFill>
                  <a:srgbClr val="5B5B5B"/>
                </a:solidFill>
              </a:rPr>
              <a:t>Query a database, check the weather, or edit a spreadsheet</a:t>
            </a:r>
            <a:r>
              <a:rPr lang="en-US" sz="1400" dirty="0">
                <a:solidFill>
                  <a:srgbClr val="5B5B5B"/>
                </a:solidFill>
              </a:rPr>
              <a:t>.</a:t>
            </a:r>
            <a:r>
              <a:rPr sz="1400" dirty="0">
                <a:solidFill>
                  <a:srgbClr val="5B5B5B"/>
                </a:solidFill>
              </a:rPr>
              <a:t> </a:t>
            </a:r>
            <a:r>
              <a:rPr lang="en-US" sz="1400" dirty="0">
                <a:solidFill>
                  <a:srgbClr val="5B5B5B"/>
                </a:solidFill>
              </a:rPr>
              <a:t>G</a:t>
            </a:r>
            <a:r>
              <a:rPr sz="1400" dirty="0">
                <a:solidFill>
                  <a:srgbClr val="5B5B5B"/>
                </a:solidFill>
              </a:rPr>
              <a:t>o beyond just generating 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2880000"/>
            <a:ext cx="9161800" cy="4400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Oval 8"/>
          <p:cNvSpPr/>
          <p:nvPr/>
        </p:nvSpPr>
        <p:spPr>
          <a:xfrm>
            <a:off x="1028200" y="2920000"/>
            <a:ext cx="360000" cy="360000"/>
          </a:xfrm>
          <a:prstGeom prst="ellipse">
            <a:avLst/>
          </a:prstGeom>
          <a:solidFill>
            <a:srgbClr val="E00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028200" y="2976889"/>
            <a:ext cx="360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8200" y="2976889"/>
            <a:ext cx="8211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>
                <a:solidFill>
                  <a:srgbClr val="222222"/>
                </a:solidFill>
              </a:rPr>
              <a:t>Also called function calling  —  </a:t>
            </a:r>
            <a:r>
              <a:rPr sz="1400">
                <a:solidFill>
                  <a:srgbClr val="5B5B5B"/>
                </a:solidFill>
              </a:rPr>
              <a:t>Tool calling and function calling are two names for the same idea.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3380000"/>
            <a:ext cx="9161800" cy="4400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Oval 12"/>
          <p:cNvSpPr/>
          <p:nvPr/>
        </p:nvSpPr>
        <p:spPr>
          <a:xfrm>
            <a:off x="1028200" y="3420000"/>
            <a:ext cx="360000" cy="360000"/>
          </a:xfrm>
          <a:prstGeom prst="ellipse">
            <a:avLst/>
          </a:prstGeom>
          <a:solidFill>
            <a:srgbClr val="E00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1028200" y="3476889"/>
            <a:ext cx="360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8200" y="3369168"/>
            <a:ext cx="82118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dirty="0">
                <a:solidFill>
                  <a:srgbClr val="222222"/>
                </a:solidFill>
              </a:rPr>
              <a:t>You write the function; the model just describes calling it  —  </a:t>
            </a:r>
            <a:r>
              <a:rPr sz="1400" dirty="0">
                <a:solidFill>
                  <a:srgbClr val="5B5B5B"/>
                </a:solidFill>
              </a:rPr>
              <a:t>The model can't run your code</a:t>
            </a:r>
            <a:r>
              <a:rPr lang="en-US" sz="1400" dirty="0">
                <a:solidFill>
                  <a:srgbClr val="5B5B5B"/>
                </a:solidFill>
              </a:rPr>
              <a:t>. I</a:t>
            </a:r>
            <a:r>
              <a:rPr sz="1400" dirty="0">
                <a:solidFill>
                  <a:srgbClr val="5B5B5B"/>
                </a:solidFill>
              </a:rPr>
              <a:t>t only ever outputs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" y="3900000"/>
            <a:ext cx="9161800" cy="115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1018200" y="4030000"/>
            <a:ext cx="8801800" cy="93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def log_missed_question_tool(question: str) -&gt; str: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...  # your own ordinary Python code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tools = [{"name": "log_missed_question_tool", "description": "...", ...}]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 Calling: </a:t>
            </a:r>
            <a:r>
              <a:rPr dirty="0"/>
              <a:t>Illusion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496679"/>
            <a:ext cx="93395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 dirty="0">
                <a:solidFill>
                  <a:srgbClr val="5B5B5B"/>
                </a:solidFill>
              </a:rPr>
              <a:t>Same request, sent through your software both times</a:t>
            </a:r>
            <a:r>
              <a:rPr lang="en-US" sz="1600" b="0" i="1" dirty="0">
                <a:solidFill>
                  <a:srgbClr val="5B5B5B"/>
                </a:solidFill>
              </a:rPr>
              <a:t>.</a:t>
            </a:r>
            <a:r>
              <a:rPr sz="1600" b="0" i="1" dirty="0">
                <a:solidFill>
                  <a:srgbClr val="5B5B5B"/>
                </a:solidFill>
              </a:rPr>
              <a:t> </a:t>
            </a:r>
            <a:r>
              <a:rPr lang="en-US" sz="1600" i="1" dirty="0">
                <a:solidFill>
                  <a:srgbClr val="5B5B5B"/>
                </a:solidFill>
              </a:rPr>
              <a:t>T</a:t>
            </a:r>
            <a:r>
              <a:rPr sz="1600" b="0" i="1" dirty="0">
                <a:solidFill>
                  <a:srgbClr val="5B5B5B"/>
                </a:solidFill>
              </a:rPr>
              <a:t>he difference is what happens after it reaches the LLM.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980000"/>
            <a:ext cx="443090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E00122"/>
                </a:solidFill>
              </a:rPr>
              <a:t>What It Feels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232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200" y="2320000"/>
            <a:ext cx="43109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22222"/>
                </a:solidFill>
              </a:rPr>
              <a:t>User asks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278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8200" y="2780000"/>
            <a:ext cx="43109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22222"/>
                </a:solidFill>
              </a:rPr>
              <a:t>Your software sends it to the LLM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53650" y="2700000"/>
            <a:ext cx="0" cy="8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8200" y="324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8200" y="3240000"/>
            <a:ext cx="4310900" cy="380000"/>
          </a:xfrm>
          <a:prstGeom prst="rect">
            <a:avLst/>
          </a:prstGeom>
          <a:noFill/>
          <a:ln w="19050">
            <a:solidFill>
              <a:srgbClr val="E00122"/>
            </a:solidFill>
            <a:prstDash val="dash"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E00122"/>
                </a:solidFill>
              </a:rPr>
              <a:t>LLM "uses" a tool directly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3650" y="3160000"/>
            <a:ext cx="0" cy="80000"/>
          </a:xfrm>
          <a:prstGeom prst="line">
            <a:avLst/>
          </a:prstGeom>
          <a:ln w="22225">
            <a:solidFill>
              <a:srgbClr val="E001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8200" y="370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8200" y="3700000"/>
            <a:ext cx="43109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22222"/>
                </a:solidFill>
              </a:rPr>
              <a:t>LLM sends back the final answer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3650" y="3620000"/>
            <a:ext cx="0" cy="8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4210000"/>
            <a:ext cx="44309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 dirty="0">
                <a:solidFill>
                  <a:srgbClr val="5B5B5B"/>
                </a:solidFill>
              </a:rPr>
              <a:t>This step never really happens</a:t>
            </a:r>
            <a:r>
              <a:rPr lang="en-US" sz="1400" b="0" i="1" dirty="0">
                <a:solidFill>
                  <a:srgbClr val="5B5B5B"/>
                </a:solidFill>
              </a:rPr>
              <a:t>;</a:t>
            </a:r>
            <a:r>
              <a:rPr sz="1400" b="0" i="1" dirty="0">
                <a:solidFill>
                  <a:srgbClr val="5B5B5B"/>
                </a:solidFill>
              </a:rPr>
              <a:t> the LLM cannot run a tool itself</a:t>
            </a:r>
            <a:r>
              <a:rPr sz="1150" b="0" i="1" dirty="0">
                <a:solidFill>
                  <a:srgbClr val="5B5B5B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9100" y="1980000"/>
            <a:ext cx="443090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E00122"/>
                </a:solidFill>
              </a:rPr>
              <a:t>What's Actually Happening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69100" y="232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29100" y="2320000"/>
            <a:ext cx="43109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22222"/>
                </a:solidFill>
              </a:rPr>
              <a:t>User asks a question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69100" y="278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29100" y="2780000"/>
            <a:ext cx="43109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22222"/>
                </a:solidFill>
              </a:rPr>
              <a:t>Your software sends it to the LLM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84550" y="2700000"/>
            <a:ext cx="0" cy="8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69100" y="324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29100" y="3240000"/>
            <a:ext cx="43109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22222"/>
                </a:solidFill>
              </a:rPr>
              <a:t>LLM generates text only — no tool access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84550" y="3160000"/>
            <a:ext cx="0" cy="8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69100" y="370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29100" y="3700000"/>
            <a:ext cx="4310900" cy="380000"/>
          </a:xfrm>
          <a:prstGeom prst="rect">
            <a:avLst/>
          </a:prstGeom>
          <a:noFill/>
          <a:ln w="19050">
            <a:solidFill>
              <a:srgbClr val="E00122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E00122"/>
                </a:solidFill>
              </a:rPr>
              <a:t>Your software runs the real tool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84550" y="3620000"/>
            <a:ext cx="0" cy="8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569100" y="416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9100" y="4160000"/>
            <a:ext cx="43109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22222"/>
                </a:solidFill>
              </a:rPr>
              <a:t>Your software sends the result to the LLM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84550" y="4080000"/>
            <a:ext cx="0" cy="8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569100" y="4620000"/>
            <a:ext cx="4430900" cy="38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29100" y="4620000"/>
            <a:ext cx="43109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222222"/>
                </a:solidFill>
              </a:rPr>
              <a:t>LLM sends back the final answer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84550" y="4540000"/>
            <a:ext cx="0" cy="8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69100" y="5130000"/>
            <a:ext cx="44309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 dirty="0">
                <a:solidFill>
                  <a:srgbClr val="5B5B5B"/>
                </a:solidFill>
              </a:rPr>
              <a:t>Two separate LLM calls</a:t>
            </a:r>
            <a:r>
              <a:rPr lang="en-US" sz="1400" b="0" i="1" dirty="0">
                <a:solidFill>
                  <a:srgbClr val="5B5B5B"/>
                </a:solidFill>
              </a:rPr>
              <a:t>.</a:t>
            </a:r>
            <a:r>
              <a:rPr lang="en-US" sz="1400" i="1" dirty="0">
                <a:solidFill>
                  <a:srgbClr val="5B5B5B"/>
                </a:solidFill>
              </a:rPr>
              <a:t> Y</a:t>
            </a:r>
            <a:r>
              <a:rPr sz="1400" b="0" i="1" dirty="0">
                <a:solidFill>
                  <a:srgbClr val="5B5B5B"/>
                </a:solidFill>
              </a:rPr>
              <a:t>our software does the real work in between.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12750" y="1980000"/>
            <a:ext cx="12700" cy="3020000"/>
          </a:xfrm>
          <a:prstGeom prst="roundRect">
            <a:avLst>
              <a:gd name="adj" fmla="val 0"/>
            </a:avLst>
          </a:prstGeom>
          <a:solidFill>
            <a:srgbClr val="5B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Prompting Alone Can "Call a Tool"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750000"/>
            <a:ext cx="9161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 dirty="0">
                <a:solidFill>
                  <a:srgbClr val="5B5B5B"/>
                </a:solidFill>
              </a:rPr>
              <a:t>You can see the whole trick with a plain prompt to ChatGPT</a:t>
            </a:r>
            <a:r>
              <a:rPr lang="en-US" sz="1400" i="1" dirty="0">
                <a:solidFill>
                  <a:srgbClr val="5B5B5B"/>
                </a:solidFill>
              </a:rPr>
              <a:t>;</a:t>
            </a:r>
            <a:r>
              <a:rPr sz="1400" b="0" i="1" dirty="0">
                <a:solidFill>
                  <a:srgbClr val="5B5B5B"/>
                </a:solidFill>
              </a:rPr>
              <a:t> no real tool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2230000"/>
            <a:ext cx="9161800" cy="155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8200" y="2360000"/>
            <a:ext cx="8801800" cy="12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urier New"/>
              </a:rPr>
              <a:t>System: You're a helpful assistant for a travel app. You have a special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urier New"/>
              </a:rPr>
              <a:t>        ability to look up the weather: respond like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urier New"/>
              </a:rPr>
              <a:t>        "get_weather Miami" to get the current weather for Miami.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urier New"/>
              </a:rPr>
              <a:t>User:   Should I pack an umbrella for my trip to Seattle?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150" b="0" i="0">
                <a:solidFill>
                  <a:srgbClr val="D4D4D4"/>
                </a:solidFill>
                <a:latin typeface="Courier New"/>
              </a:rPr>
              <a:t>Model:  get_weather Seattle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830000"/>
            <a:ext cx="91618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0" i="1">
                <a:solidFill>
                  <a:srgbClr val="5B5B5B"/>
                </a:solidFill>
              </a:rPr>
              <a:t>No real tool behind this. So why not skip the LLM and write that lookup directly?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4150000"/>
            <a:ext cx="2920600" cy="1300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8200" y="4370000"/>
            <a:ext cx="2480600" cy="6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E00122"/>
                </a:solidFill>
              </a:rPr>
              <a:t>The user didn't say that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200" y="4700000"/>
            <a:ext cx="248060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 dirty="0">
                <a:solidFill>
                  <a:srgbClr val="222222"/>
                </a:solidFill>
              </a:rPr>
              <a:t>They asked about an umbrella for Seattle</a:t>
            </a:r>
            <a:r>
              <a:rPr lang="en-US" sz="1300" dirty="0">
                <a:solidFill>
                  <a:srgbClr val="222222"/>
                </a:solidFill>
              </a:rPr>
              <a:t>.</a:t>
            </a:r>
            <a:r>
              <a:rPr lang="en-US" sz="1300" b="0" i="0" dirty="0">
                <a:solidFill>
                  <a:srgbClr val="222222"/>
                </a:solidFill>
              </a:rPr>
              <a:t> </a:t>
            </a:r>
            <a:r>
              <a:rPr lang="en-US" sz="1300" dirty="0">
                <a:solidFill>
                  <a:srgbClr val="222222"/>
                </a:solidFill>
              </a:rPr>
              <a:t>T</a:t>
            </a:r>
            <a:r>
              <a:rPr sz="1300" b="0" i="0" dirty="0">
                <a:solidFill>
                  <a:srgbClr val="222222"/>
                </a:solidFill>
              </a:rPr>
              <a:t>he model had to work out this means checking the weather.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8800" y="4150000"/>
            <a:ext cx="2920600" cy="1300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8800" y="4370000"/>
            <a:ext cx="2680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dirty="0">
                <a:solidFill>
                  <a:srgbClr val="E00122"/>
                </a:solidFill>
              </a:rPr>
              <a:t>Understanding meaning is hard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0" y="4737080"/>
            <a:ext cx="24806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 dirty="0">
                <a:solidFill>
                  <a:srgbClr val="222222"/>
                </a:solidFill>
              </a:rPr>
              <a:t>Knowing "umbrella" implies "weather," and the destination is Seattle, was unsolved.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9400" y="4150000"/>
            <a:ext cx="2920600" cy="1300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99400" y="4370000"/>
            <a:ext cx="2700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 dirty="0">
                <a:solidFill>
                  <a:srgbClr val="E00122"/>
                </a:solidFill>
              </a:rPr>
              <a:t>LLMs turn language into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9400" y="4737080"/>
            <a:ext cx="248060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 dirty="0">
                <a:solidFill>
                  <a:srgbClr val="222222"/>
                </a:solidFill>
              </a:rPr>
              <a:t>Free-form text into a precise, structured tool call</a:t>
            </a:r>
            <a:r>
              <a:rPr lang="en-US" sz="1300" b="0" i="0" dirty="0">
                <a:solidFill>
                  <a:srgbClr val="222222"/>
                </a:solidFill>
              </a:rPr>
              <a:t>.</a:t>
            </a:r>
            <a:r>
              <a:rPr sz="1300" b="0" i="0" dirty="0">
                <a:solidFill>
                  <a:srgbClr val="222222"/>
                </a:solidFill>
              </a:rPr>
              <a:t> </a:t>
            </a:r>
            <a:r>
              <a:rPr lang="en-US" sz="1300" dirty="0">
                <a:solidFill>
                  <a:srgbClr val="222222"/>
                </a:solidFill>
              </a:rPr>
              <a:t>T</a:t>
            </a:r>
            <a:r>
              <a:rPr sz="1300" b="0" i="0" dirty="0">
                <a:solidFill>
                  <a:srgbClr val="222222"/>
                </a:solidFill>
              </a:rPr>
              <a:t>hat's the model's real job.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 Concrete Example: Study 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780000"/>
            <a:ext cx="91618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1" dirty="0">
                <a:solidFill>
                  <a:srgbClr val="5B5B5B"/>
                </a:solidFill>
              </a:rPr>
              <a:t>Let's put everything together in one real agent</a:t>
            </a:r>
            <a:r>
              <a:rPr lang="en-US" b="0" i="1" dirty="0">
                <a:solidFill>
                  <a:srgbClr val="5B5B5B"/>
                </a:solidFill>
              </a:rPr>
              <a:t>.</a:t>
            </a:r>
            <a:r>
              <a:rPr b="0" i="1" dirty="0">
                <a:solidFill>
                  <a:srgbClr val="5B5B5B"/>
                </a:solidFill>
              </a:rPr>
              <a:t> </a:t>
            </a:r>
            <a:r>
              <a:rPr lang="en-US" i="1" dirty="0">
                <a:solidFill>
                  <a:srgbClr val="5B5B5B"/>
                </a:solidFill>
              </a:rPr>
              <a:t>A</a:t>
            </a:r>
            <a:r>
              <a:rPr b="0" i="1" dirty="0">
                <a:solidFill>
                  <a:srgbClr val="5B5B5B"/>
                </a:solidFill>
              </a:rPr>
              <a:t> </a:t>
            </a:r>
            <a:r>
              <a:rPr b="1" i="1" dirty="0">
                <a:solidFill>
                  <a:srgbClr val="5B5B5B"/>
                </a:solidFill>
              </a:rPr>
              <a:t>persona-based conversational agent</a:t>
            </a:r>
            <a:r>
              <a:rPr b="0" i="1" dirty="0">
                <a:solidFill>
                  <a:srgbClr val="5B5B5B"/>
                </a:solidFill>
              </a:rPr>
              <a:t> that studies a short set of notes and tracks what you get wrong.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2650000"/>
            <a:ext cx="2920600" cy="2200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1058200" y="2870000"/>
            <a:ext cx="2480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E00122"/>
                </a:solidFill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200" y="3490000"/>
            <a:ext cx="248060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222222"/>
                </a:solidFill>
              </a:rPr>
              <a:t>A persona-based agent that quizzes you on a set of study notes one question at a time, and remembers what you got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8800" y="2650000"/>
            <a:ext cx="2920600" cy="2200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178800" y="2870000"/>
            <a:ext cx="2480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E00122"/>
                </a:solidFill>
              </a:rPr>
              <a:t>What it's made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0" y="3490000"/>
            <a:ext cx="24806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222222"/>
                </a:solidFill>
              </a:rPr>
              <a:t>A persona, a system prompt built from short study notes, a Gradio chat interface, a tool, and a full agent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9400" y="2650000"/>
            <a:ext cx="2920600" cy="22000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7299400" y="2870000"/>
            <a:ext cx="24806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E00122"/>
                </a:solidFill>
              </a:rPr>
              <a:t>What we'll build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9400" y="3490000"/>
            <a:ext cx="24806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 dirty="0">
                <a:solidFill>
                  <a:srgbClr val="222222"/>
                </a:solidFill>
              </a:rPr>
              <a:t>Every piece, start to finish</a:t>
            </a:r>
            <a:r>
              <a:rPr lang="en-US" sz="1600" b="0" i="0" dirty="0">
                <a:solidFill>
                  <a:srgbClr val="222222"/>
                </a:solidFill>
              </a:rPr>
              <a:t>;</a:t>
            </a:r>
            <a:r>
              <a:rPr sz="1600" b="0" i="0" dirty="0">
                <a:solidFill>
                  <a:srgbClr val="222222"/>
                </a:solidFill>
              </a:rPr>
              <a:t> persona, system prompt, chat function, </a:t>
            </a:r>
            <a:r>
              <a:rPr sz="1600" b="0" i="0" dirty="0" err="1">
                <a:solidFill>
                  <a:srgbClr val="222222"/>
                </a:solidFill>
              </a:rPr>
              <a:t>Gradio</a:t>
            </a:r>
            <a:r>
              <a:rPr sz="1600" b="0" i="0" dirty="0">
                <a:solidFill>
                  <a:srgbClr val="222222"/>
                </a:solidFill>
              </a:rPr>
              <a:t> UI, a tool, and the agent loop</a:t>
            </a:r>
            <a:r>
              <a:rPr lang="en-US" sz="1600" dirty="0">
                <a:solidFill>
                  <a:srgbClr val="222222"/>
                </a:solidFill>
              </a:rPr>
              <a:t>.</a:t>
            </a:r>
            <a:endParaRPr sz="1600" b="0" i="0" dirty="0">
              <a:solidFill>
                <a:srgbClr val="22222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830" y="1611500"/>
            <a:ext cx="9161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1" dirty="0">
                <a:solidFill>
                  <a:srgbClr val="5B5B5B"/>
                </a:solidFill>
              </a:rPr>
              <a:t>The same loop, drawn out</a:t>
            </a:r>
            <a:r>
              <a:rPr lang="en-US" b="0" i="1" dirty="0">
                <a:solidFill>
                  <a:srgbClr val="5B5B5B"/>
                </a:solidFill>
              </a:rPr>
              <a:t>, </a:t>
            </a:r>
            <a:r>
              <a:rPr b="0" i="1" dirty="0">
                <a:solidFill>
                  <a:srgbClr val="5B5B5B"/>
                </a:solidFill>
              </a:rPr>
              <a:t>the harness keeps calling the LLM until it stops asking for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2200000"/>
            <a:ext cx="2920600" cy="60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8200" y="2200000"/>
            <a:ext cx="28006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2222"/>
                </a:solidFill>
              </a:rPr>
              <a:t>1. User sends
a message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58800" y="2200000"/>
            <a:ext cx="2920600" cy="60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18800" y="2200000"/>
            <a:ext cx="28006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2222"/>
                </a:solidFill>
              </a:rPr>
              <a:t>2. Harness calls
the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79400" y="2200000"/>
            <a:ext cx="2920600" cy="600000"/>
          </a:xfrm>
          <a:prstGeom prst="roundRect">
            <a:avLst>
              <a:gd name="adj" fmla="val 12000"/>
            </a:avLst>
          </a:prstGeom>
          <a:solidFill>
            <a:srgbClr val="E00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9400" y="2200000"/>
            <a:ext cx="28006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3. LLM responds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58800" y="2500000"/>
            <a:ext cx="200000" cy="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79400" y="2500000"/>
            <a:ext cx="200000" cy="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79400" y="3400000"/>
            <a:ext cx="2920600" cy="6000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9400" y="3400000"/>
            <a:ext cx="28006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4. Tool call
requested?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39700" y="2800000"/>
            <a:ext cx="0" cy="60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58800" y="3400000"/>
            <a:ext cx="2920600" cy="60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18800" y="3400000"/>
            <a:ext cx="28006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2222"/>
                </a:solidFill>
              </a:rPr>
              <a:t>6. No — return the
final answer to the user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879400" y="3700000"/>
            <a:ext cx="200000" cy="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86000" y="2908640"/>
            <a:ext cx="700000" cy="280000"/>
          </a:xfrm>
          <a:prstGeom prst="roundRect">
            <a:avLst>
              <a:gd name="adj" fmla="val 3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81440" y="2920000"/>
            <a:ext cx="7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5B5B"/>
                </a:solidFill>
              </a:rP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9400" y="4600000"/>
            <a:ext cx="2920600" cy="60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9400" y="4600000"/>
            <a:ext cx="2800600" cy="6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222222"/>
                </a:solidFill>
              </a:rPr>
              <a:t>5. Yes — harness runs
the tool function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39700" y="4000000"/>
            <a:ext cx="0" cy="600000"/>
          </a:xfrm>
          <a:prstGeom prst="line">
            <a:avLst/>
          </a:prstGeom>
          <a:ln w="22225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09700" y="4150000"/>
            <a:ext cx="900000" cy="300000"/>
          </a:xfrm>
          <a:prstGeom prst="roundRect">
            <a:avLst>
              <a:gd name="adj" fmla="val 3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09700" y="4150000"/>
            <a:ext cx="9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5B5B"/>
                </a:solidFill>
              </a:rP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979400" y="4900000"/>
            <a:ext cx="100000" cy="0"/>
          </a:xfrm>
          <a:prstGeom prst="line">
            <a:avLst/>
          </a:prstGeom>
          <a:ln w="22225">
            <a:solidFill>
              <a:srgbClr val="5B5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</p:cNvCxnSpPr>
          <p:nvPr/>
        </p:nvCxnSpPr>
        <p:spPr>
          <a:xfrm flipV="1">
            <a:off x="6979400" y="2838320"/>
            <a:ext cx="0" cy="2061680"/>
          </a:xfrm>
          <a:prstGeom prst="line">
            <a:avLst/>
          </a:prstGeom>
          <a:ln w="22225">
            <a:solidFill>
              <a:srgbClr val="5B5B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79400" y="2818000"/>
            <a:ext cx="1560300" cy="0"/>
          </a:xfrm>
          <a:prstGeom prst="line">
            <a:avLst/>
          </a:prstGeom>
          <a:ln w="22225">
            <a:solidFill>
              <a:srgbClr val="5B5B5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469100" y="4750000"/>
            <a:ext cx="1900000" cy="300000"/>
          </a:xfrm>
          <a:prstGeom prst="roundRect">
            <a:avLst>
              <a:gd name="adj" fmla="val 3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9100" y="4750000"/>
            <a:ext cx="19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5B5B5B"/>
                </a:solidFill>
              </a:rPr>
              <a:t>result appended, LLM called again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Tool: Sample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596002"/>
            <a:ext cx="91618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i="1" dirty="0">
                <a:solidFill>
                  <a:srgbClr val="5B5B5B"/>
                </a:solidFill>
              </a:rPr>
              <a:t>E</a:t>
            </a:r>
            <a:r>
              <a:rPr b="0" i="1" dirty="0">
                <a:solidFill>
                  <a:srgbClr val="5B5B5B"/>
                </a:solidFill>
              </a:rPr>
              <a:t>very tool has the same three parts, whatever it actually does.</a:t>
            </a:r>
            <a:r>
              <a:rPr lang="en-US" b="0" i="1" dirty="0">
                <a:solidFill>
                  <a:srgbClr val="5B5B5B"/>
                </a:solidFill>
              </a:rPr>
              <a:t> The example </a:t>
            </a:r>
            <a:r>
              <a:rPr lang="en-US" i="1" dirty="0">
                <a:solidFill>
                  <a:srgbClr val="5B5B5B"/>
                </a:solidFill>
              </a:rPr>
              <a:t>below is straight from Lab 4</a:t>
            </a:r>
            <a:endParaRPr b="0" i="1" dirty="0">
              <a:solidFill>
                <a:srgbClr val="5B5B5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8200" y="2280000"/>
            <a:ext cx="9161800" cy="30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8200" y="2410000"/>
            <a:ext cx="8801800" cy="27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# 1. An ordinary Python function that does the real work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def log_missed_question_tool(question):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   with open("missed_questions.txt", "a") as f: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       f.write(question + "\n")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   return "Missed question logged"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# 2. A JSON schema describing the function, so the model knows it exists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log_missed_question_tool_json = {"name": "log_missed_question_tool",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   "description": "Use this tool to record a question the student got wrong",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   "parameters": {"type": "object", "properties": {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       "question": {"type": "string", "description": "The quiz question the student missed"}},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       "required": ["question"]}}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# 3. The list you pass into the API call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tools = [{"type": "function", "function": log_missed_question_tool_json}]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Harder Part: If → While, and the For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780000"/>
            <a:ext cx="91618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1" dirty="0">
                <a:solidFill>
                  <a:srgbClr val="5B5B5B"/>
                </a:solidFill>
              </a:rPr>
              <a:t>Two small changes turn a single tool call into a full agent loop. This is the part worth slowing down for.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2400000"/>
            <a:ext cx="9161800" cy="65000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Oval 4"/>
          <p:cNvSpPr/>
          <p:nvPr/>
        </p:nvSpPr>
        <p:spPr>
          <a:xfrm>
            <a:off x="1038200" y="2515000"/>
            <a:ext cx="420000" cy="420000"/>
          </a:xfrm>
          <a:prstGeom prst="ellipse">
            <a:avLst/>
          </a:prstGeom>
          <a:solidFill>
            <a:srgbClr val="E00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038200" y="2586500"/>
            <a:ext cx="42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8200" y="2500000"/>
            <a:ext cx="8111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i="0" dirty="0">
                <a:solidFill>
                  <a:srgbClr val="222222"/>
                </a:solidFill>
              </a:rPr>
              <a:t>Pass tools</a:t>
            </a:r>
            <a:r>
              <a:rPr lang="en-US" b="1" i="0" dirty="0">
                <a:solidFill>
                  <a:srgbClr val="222222"/>
                </a:solidFill>
              </a:rPr>
              <a:t> </a:t>
            </a:r>
            <a:r>
              <a:rPr b="1" i="0" dirty="0">
                <a:solidFill>
                  <a:srgbClr val="222222"/>
                </a:solidFill>
              </a:rPr>
              <a:t>= into the API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8200" y="2820000"/>
            <a:ext cx="8111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B5B5B"/>
                </a:solidFill>
              </a:rPr>
              <a:t>The model can now respond with a tool call instead of a plain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3140000"/>
            <a:ext cx="9161800" cy="65000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Oval 9"/>
          <p:cNvSpPr/>
          <p:nvPr/>
        </p:nvSpPr>
        <p:spPr>
          <a:xfrm>
            <a:off x="1038200" y="3255000"/>
            <a:ext cx="420000" cy="420000"/>
          </a:xfrm>
          <a:prstGeom prst="ellipse">
            <a:avLst/>
          </a:prstGeom>
          <a:solidFill>
            <a:srgbClr val="E00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038200" y="3326500"/>
            <a:ext cx="42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8200" y="3240000"/>
            <a:ext cx="8111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i="0" dirty="0">
                <a:solidFill>
                  <a:srgbClr val="222222"/>
                </a:solidFill>
              </a:rPr>
              <a:t>Change </a:t>
            </a:r>
            <a:r>
              <a:rPr b="1" i="1" dirty="0">
                <a:solidFill>
                  <a:srgbClr val="222222"/>
                </a:solidFill>
              </a:rPr>
              <a:t>if</a:t>
            </a:r>
            <a:r>
              <a:rPr b="1" i="0" dirty="0">
                <a:solidFill>
                  <a:srgbClr val="222222"/>
                </a:solidFill>
              </a:rPr>
              <a:t> to </a:t>
            </a:r>
            <a:r>
              <a:rPr b="1" i="1" dirty="0">
                <a:solidFill>
                  <a:srgbClr val="222222"/>
                </a:solidFill>
              </a:rPr>
              <a:t>while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200" y="3560000"/>
            <a:ext cx="8111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B5B5B"/>
                </a:solidFill>
              </a:rPr>
              <a:t>Keep calling the model again as long as it keeps asking for tool calls, instead of just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00" y="3880000"/>
            <a:ext cx="9161800" cy="65000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Oval 14"/>
          <p:cNvSpPr/>
          <p:nvPr/>
        </p:nvSpPr>
        <p:spPr>
          <a:xfrm>
            <a:off x="1038200" y="3995000"/>
            <a:ext cx="420000" cy="420000"/>
          </a:xfrm>
          <a:prstGeom prst="ellipse">
            <a:avLst/>
          </a:prstGeom>
          <a:solidFill>
            <a:srgbClr val="E00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1038200" y="4066500"/>
            <a:ext cx="42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200" y="3980000"/>
            <a:ext cx="8111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i="0">
                <a:solidFill>
                  <a:srgbClr val="222222"/>
                </a:solidFill>
              </a:rPr>
              <a:t>Loop over message.tool_calls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8200" y="4300000"/>
            <a:ext cx="8111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B5B5B"/>
                </a:solidFill>
              </a:rPr>
              <a:t>Handle as many tool calls as the model asks for in a turn, not just the first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 Loop: Sample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9461" y="1589105"/>
            <a:ext cx="9161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1" dirty="0">
                <a:solidFill>
                  <a:srgbClr val="5B5B5B"/>
                </a:solidFill>
              </a:rPr>
              <a:t>This is Study Buddy's finished chat() function from Lab 4</a:t>
            </a:r>
            <a:r>
              <a:rPr lang="en-US" sz="1600" b="0" i="1" dirty="0">
                <a:solidFill>
                  <a:srgbClr val="5B5B5B"/>
                </a:solidFill>
              </a:rPr>
              <a:t>.</a:t>
            </a:r>
            <a:endParaRPr sz="1600" b="0" i="1" dirty="0">
              <a:solidFill>
                <a:srgbClr val="5B5B5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8200" y="2280000"/>
            <a:ext cx="9494520" cy="44357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8200" y="2410000"/>
            <a:ext cx="9314520" cy="42627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def chat(message, history):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messages = [{"role": "system", "content":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system_prompt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}] + history + [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{"role": "user", "content": message}]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response =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azure_client.chat.completions.create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(model=DEPLOYMENT, messages=messages, tools=tools)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while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response.choices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[0].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finish_reason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 == "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tool_calls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":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message_obj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 =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response.choices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[0].message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messages.append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message_obj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for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tool_call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 in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message_obj.tool_calls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    question =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json.loads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tool_call.function.arguments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).get("question")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log_missed_question_tool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(question)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messages.append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({"role": "tool", "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tool_call_id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": tool_call.id,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        "content": "Missed question logged"})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    response =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azure_client.chat.completions.create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(model=DEPLOYMENT, messages=messages, tools=tools)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 i="0" dirty="0">
                <a:solidFill>
                  <a:srgbClr val="D4D4D4"/>
                </a:solidFill>
                <a:latin typeface="Courier New"/>
              </a:rPr>
              <a:t>    return 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response.choices</a:t>
            </a:r>
            <a:r>
              <a:rPr sz="1400" b="0" i="0" dirty="0">
                <a:solidFill>
                  <a:srgbClr val="D4D4D4"/>
                </a:solidFill>
                <a:latin typeface="Courier New"/>
              </a:rPr>
              <a:t>[0].</a:t>
            </a:r>
            <a:r>
              <a:rPr sz="1400" b="0" i="0" dirty="0" err="1">
                <a:solidFill>
                  <a:srgbClr val="D4D4D4"/>
                </a:solidFill>
                <a:latin typeface="Courier New"/>
              </a:rPr>
              <a:t>message.content</a:t>
            </a:r>
            <a:endParaRPr sz="1400" b="0" i="0" dirty="0">
              <a:solidFill>
                <a:srgbClr val="D4D4D4"/>
              </a:solidFill>
              <a:latin typeface="Courier Ne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Study Buddy to Your Persona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780000"/>
            <a:ext cx="91618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 i="1">
                <a:solidFill>
                  <a:srgbClr val="5B5B5B"/>
                </a:solidFill>
              </a:rPr>
              <a:t>Study Buddy, which you just built in Lab 4, and the Persona Agent in your assignment are the exact same shape — only the persona, topic, and tool change.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42447"/>
              </p:ext>
            </p:extLst>
          </p:nvPr>
        </p:nvGraphicFramePr>
        <p:xfrm>
          <a:off x="838200" y="2500000"/>
          <a:ext cx="9000000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Piece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Study Buddy (Lab 4)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Persona Agent (Assignment)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Persona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2222"/>
                          </a:solidFill>
                        </a:rPr>
                        <a:t>Study Buddy</a:t>
                      </a:r>
                      <a:r>
                        <a:rPr lang="en-US" sz="1250" b="0" dirty="0">
                          <a:solidFill>
                            <a:srgbClr val="222222"/>
                          </a:solidFill>
                        </a:rPr>
                        <a:t>: 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</a:rPr>
                        <a:t>an upbeat, encouraging study coach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</a:rPr>
                        <a:t>A persona you choose and write yourself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Topic / notes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2222"/>
                          </a:solidFill>
                        </a:rPr>
                        <a:t>The course itself </a:t>
                      </a:r>
                      <a:r>
                        <a:rPr lang="en-US" sz="1250" b="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</a:rPr>
                        <a:t>sample notes provided</a:t>
                      </a:r>
                      <a:r>
                        <a:rPr lang="en-US" sz="1250" b="0" dirty="0">
                          <a:solidFill>
                            <a:srgbClr val="222222"/>
                          </a:solidFill>
                        </a:rPr>
                        <a:t>)</a:t>
                      </a:r>
                      <a:endParaRPr sz="1250" b="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</a:rPr>
                        <a:t>A topic you choose and write your own notes for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Chat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</a:rPr>
                        <a:t>gr.ChatInterface(chat).launch()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222222"/>
                          </a:solidFill>
                        </a:rPr>
                        <a:t>gr.ChatInterface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</a:rPr>
                        <a:t>(chat).launch()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3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222222"/>
                          </a:solidFill>
                        </a:rPr>
                        <a:t>log_missed_question_tool</a:t>
                      </a:r>
                      <a:r>
                        <a:rPr lang="en-US" sz="1250" b="0" dirty="0">
                          <a:solidFill>
                            <a:srgbClr val="222222"/>
                          </a:solidFill>
                        </a:rPr>
                        <a:t> : </a:t>
                      </a:r>
                      <a:r>
                        <a:rPr sz="1250" b="0" dirty="0">
                          <a:solidFill>
                            <a:srgbClr val="222222"/>
                          </a:solidFill>
                        </a:rPr>
                        <a:t>logs a missed questio</a:t>
                      </a:r>
                      <a:r>
                        <a:rPr lang="en-US" sz="1250" b="0" dirty="0">
                          <a:solidFill>
                            <a:srgbClr val="222222"/>
                          </a:solidFill>
                        </a:rPr>
                        <a:t>n in a text file</a:t>
                      </a:r>
                      <a:endParaRPr sz="1250" b="0" dirty="0">
                        <a:solidFill>
                          <a:srgbClr val="222222"/>
                        </a:solidFill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</a:rPr>
                        <a:t>A tool you design for your persona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3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Agent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</a:rPr>
                        <a:t>while finish_reason == "tool_calls":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222222"/>
                          </a:solidFill>
                        </a:rPr>
                        <a:t>Same while/for loop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65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5B5B5B"/>
                </a:solidFill>
              </a:rPr>
              <a:t>Intro to Agentic AI  •  Lecture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00000" y="6550000"/>
            <a:ext cx="30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5B5B5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Remember from 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5640" cy="3803015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600" b="0" dirty="0"/>
              <a:t>Tools give LLMs new abilities</a:t>
            </a:r>
            <a:r>
              <a:rPr lang="en-US" sz="1600" b="0" dirty="0"/>
              <a:t> such as</a:t>
            </a:r>
            <a:r>
              <a:rPr sz="1600" b="0" dirty="0"/>
              <a:t> looking things up, running queries, taking action</a:t>
            </a:r>
            <a:r>
              <a:rPr lang="en-US" sz="1600" dirty="0"/>
              <a:t>.</a:t>
            </a:r>
            <a:r>
              <a:rPr sz="1600" b="0" dirty="0"/>
              <a:t> </a:t>
            </a:r>
            <a:r>
              <a:rPr lang="en-US" sz="1600" dirty="0"/>
              <a:t>T</a:t>
            </a:r>
            <a:r>
              <a:rPr sz="1600" b="0" dirty="0"/>
              <a:t>he model itself is unchanged</a:t>
            </a:r>
          </a:p>
          <a:p>
            <a:pPr>
              <a:spcAft>
                <a:spcPts val="400"/>
              </a:spcAft>
            </a:pPr>
            <a:r>
              <a:rPr sz="1600" b="0" dirty="0"/>
              <a:t>Tool calling (function calling) is just prompting: describe a function, and the model's text output says which one to call</a:t>
            </a:r>
          </a:p>
          <a:p>
            <a:pPr>
              <a:spcAft>
                <a:spcPts val="400"/>
              </a:spcAft>
            </a:pPr>
            <a:r>
              <a:rPr sz="1600" b="0" dirty="0"/>
              <a:t>The illusion: it feels like the LLM reaches out and runs code itself</a:t>
            </a:r>
          </a:p>
          <a:p>
            <a:pPr>
              <a:spcAft>
                <a:spcPts val="400"/>
              </a:spcAft>
            </a:pPr>
            <a:r>
              <a:rPr sz="1600" b="0" dirty="0"/>
              <a:t>The reality: your own code reads the model's output, decides whether to call a function, and feeds the result back in</a:t>
            </a:r>
          </a:p>
          <a:p>
            <a:pPr>
              <a:spcAft>
                <a:spcPts val="400"/>
              </a:spcAft>
            </a:pPr>
            <a:r>
              <a:rPr lang="en-US" sz="1600" b="0" dirty="0"/>
              <a:t>LLMs earn their keep by turning free-form language into precise, structured actions. It is matching intent, not just keywords</a:t>
            </a:r>
          </a:p>
          <a:p>
            <a:pPr>
              <a:spcAft>
                <a:spcPts val="400"/>
              </a:spcAft>
            </a:pPr>
            <a:r>
              <a:rPr sz="1600" b="0" dirty="0"/>
              <a:t>An agent loop is just software that repeatedly calls an LLM and conditionally calls tools based on its output</a:t>
            </a:r>
          </a:p>
          <a:p>
            <a:pPr>
              <a:spcAft>
                <a:spcPts val="400"/>
              </a:spcAft>
            </a:pPr>
            <a:r>
              <a:rPr sz="1600" b="0" dirty="0"/>
              <a:t>Study Buddy (Lab 4) and your Persona Agent (assignment) share the exact same shape: persona + system prompt + </a:t>
            </a:r>
            <a:r>
              <a:rPr sz="1600" b="0" dirty="0" err="1"/>
              <a:t>Gradio</a:t>
            </a:r>
            <a:r>
              <a:rPr sz="1600" b="0" dirty="0"/>
              <a:t> + tool + agent loop</a:t>
            </a:r>
            <a:endParaRPr sz="1400" b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0000"/>
            <a:ext cx="9263061" cy="3670000"/>
          </a:xfrm>
        </p:spPr>
        <p:txBody>
          <a:bodyPr wrap="square">
            <a:normAutofit/>
          </a:bodyPr>
          <a:lstStyle/>
          <a:p>
            <a:pPr>
              <a:spcAft>
                <a:spcPts val="0"/>
              </a:spcAft>
            </a:pPr>
            <a:r>
              <a:rPr sz="1800" b="1" dirty="0">
                <a:solidFill>
                  <a:srgbClr val="E00122"/>
                </a:solidFill>
              </a:rPr>
              <a:t>OpenAI — Function Calling Guide</a:t>
            </a:r>
          </a:p>
          <a:p>
            <a:pPr lvl="1">
              <a:spcAft>
                <a:spcPts val="0"/>
              </a:spcAft>
            </a:pPr>
            <a:r>
              <a:rPr sz="1600" dirty="0">
                <a:solidFill>
                  <a:srgbClr val="222222"/>
                </a:solidFill>
              </a:rPr>
              <a:t>How to describe functions to the model and handle its tool-call responses.</a:t>
            </a:r>
          </a:p>
          <a:p>
            <a:pPr lvl="1">
              <a:spcAft>
                <a:spcPts val="1000"/>
              </a:spcAft>
            </a:pPr>
            <a:r>
              <a:rPr sz="1400" i="1" dirty="0">
                <a:solidFill>
                  <a:srgbClr val="5B5B5B"/>
                </a:solidFill>
                <a:hlinkClick r:id="rId2"/>
              </a:rPr>
              <a:t>https://platform.openai.com/docs/guides/function-calling</a:t>
            </a:r>
            <a:endParaRPr lang="en-US" sz="1400" i="1" dirty="0">
              <a:solidFill>
                <a:srgbClr val="5B5B5B"/>
              </a:solidFill>
              <a:hlinkClick r:id="rId2"/>
            </a:endParaRPr>
          </a:p>
          <a:p>
            <a:pPr marL="457200" lvl="1" indent="0">
              <a:spcAft>
                <a:spcPts val="1000"/>
              </a:spcAft>
              <a:buNone/>
            </a:pPr>
            <a:endParaRPr sz="1400" i="1" dirty="0">
              <a:solidFill>
                <a:srgbClr val="5B5B5B"/>
              </a:solidFill>
              <a:hlinkClick r:id="rId2"/>
            </a:endParaRPr>
          </a:p>
          <a:p>
            <a:pPr>
              <a:spcAft>
                <a:spcPts val="0"/>
              </a:spcAft>
            </a:pPr>
            <a:r>
              <a:rPr sz="1800" b="1" dirty="0">
                <a:solidFill>
                  <a:srgbClr val="E00122"/>
                </a:solidFill>
              </a:rPr>
              <a:t>Anthropic — Tool Use Guide</a:t>
            </a:r>
          </a:p>
          <a:p>
            <a:pPr lvl="1">
              <a:spcAft>
                <a:spcPts val="0"/>
              </a:spcAft>
            </a:pPr>
            <a:r>
              <a:rPr sz="1600" dirty="0">
                <a:solidFill>
                  <a:srgbClr val="222222"/>
                </a:solidFill>
              </a:rPr>
              <a:t>Claude's equivalent of function calling, with the same underlying idea.</a:t>
            </a:r>
          </a:p>
          <a:p>
            <a:pPr lvl="1">
              <a:spcAft>
                <a:spcPts val="1000"/>
              </a:spcAft>
            </a:pPr>
            <a:r>
              <a:rPr sz="1400" i="1" dirty="0">
                <a:solidFill>
                  <a:srgbClr val="5B5B5B"/>
                </a:solidFill>
                <a:hlinkClick r:id="rId3"/>
              </a:rPr>
              <a:t>https://docs.anthropic.com/en/docs/build-with-claude/tool-use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Get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50000"/>
            <a:ext cx="9449835" cy="900000"/>
          </a:xfrm>
        </p:spPr>
        <p:txBody>
          <a:bodyPr wrap="square"/>
          <a:lstStyle/>
          <a:p>
            <a:r>
              <a:rPr sz="1600" dirty="0"/>
              <a:t>Open Lab 4: Build Your Study Buddy — its persona, system prompt, chat() function, </a:t>
            </a:r>
            <a:r>
              <a:rPr sz="1600" dirty="0" err="1"/>
              <a:t>Gradio</a:t>
            </a:r>
            <a:r>
              <a:rPr sz="1600" dirty="0"/>
              <a:t> UI, tool, and full agent loop, start to finish.</a:t>
            </a:r>
          </a:p>
          <a:p>
            <a:pPr>
              <a:spcBef>
                <a:spcPts val="1000"/>
              </a:spcBef>
            </a:pPr>
            <a:r>
              <a:rPr sz="1500" i="1" dirty="0"/>
              <a:t>Then it's on to Assignment </a:t>
            </a:r>
            <a:r>
              <a:rPr lang="en-US" sz="1500" i="1" dirty="0"/>
              <a:t>5</a:t>
            </a:r>
            <a:r>
              <a:rPr sz="1500" i="1" dirty="0"/>
              <a:t>: build your own Persona Agent.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IT-PPT-Template2" id="{796B4B60-DF4A-1D4E-ACFA-E19E1C8E6B1F}" vid="{825FC8CC-4F0C-054A-8A46-2629B32142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PermissionLevels xmlns="c4559b14-b869-4ecf-82df-3a9ad907661b" xsi:nil="true"/>
    <MigrationWizIdDocumentLibraryPermissions xmlns="c4559b14-b869-4ecf-82df-3a9ad907661b" xsi:nil="true"/>
    <MigrationWizId xmlns="c4559b14-b869-4ecf-82df-3a9ad907661b" xsi:nil="true"/>
    <MigrationWizIdSecurityGroups xmlns="c4559b14-b869-4ecf-82df-3a9ad907661b" xsi:nil="true"/>
    <MigrationWizIdPermissions xmlns="c4559b14-b869-4ecf-82df-3a9ad907661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F9C074F6A7441AE1DB07684C2CFB6" ma:contentTypeVersion="18" ma:contentTypeDescription="Create a new document." ma:contentTypeScope="" ma:versionID="8d612464ee09ec8c335f4af7e12e66dd">
  <xsd:schema xmlns:xsd="http://www.w3.org/2001/XMLSchema" xmlns:xs="http://www.w3.org/2001/XMLSchema" xmlns:p="http://schemas.microsoft.com/office/2006/metadata/properties" xmlns:ns3="c4559b14-b869-4ecf-82df-3a9ad907661b" xmlns:ns4="c9991e1c-1590-4794-9fe6-241c02a24824" targetNamespace="http://schemas.microsoft.com/office/2006/metadata/properties" ma:root="true" ma:fieldsID="a1157cc2fcacdbc1ee740af75fe12a23" ns3:_="" ns4:_="">
    <xsd:import namespace="c4559b14-b869-4ecf-82df-3a9ad907661b"/>
    <xsd:import namespace="c9991e1c-1590-4794-9fe6-241c02a24824"/>
    <xsd:element name="properties">
      <xsd:complexType>
        <xsd:sequence>
          <xsd:element name="documentManagement">
            <xsd:complexType>
              <xsd:all>
                <xsd:element ref="ns3:MigrationWizId" minOccurs="0"/>
                <xsd:element ref="ns3:MigrationWizIdPermissions" minOccurs="0"/>
                <xsd:element ref="ns3:MigrationWizIdPermissionLevels" minOccurs="0"/>
                <xsd:element ref="ns3:MigrationWizIdDocumentLibraryPermissions" minOccurs="0"/>
                <xsd:element ref="ns3:MigrationWizIdSecurityGroup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559b14-b869-4ecf-82df-3a9ad907661b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20" nillable="true" ma:displayName="Tags" ma:internalName="MediaServiceAutoTags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991e1c-1590-4794-9fe6-241c02a2482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A1F358-3302-4EDD-B2C3-282926B86778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c4559b14-b869-4ecf-82df-3a9ad907661b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c9991e1c-1590-4794-9fe6-241c02a2482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A5BE12-AC5F-4E2D-A3F2-9391028E6B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559b14-b869-4ecf-82df-3a9ad907661b"/>
    <ds:schemaRef ds:uri="c9991e1c-1590-4794-9fe6-241c02a248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0973F0-0228-41DB-9FA4-EA399667B1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SoIT-PPT-Template</Template>
  <TotalTime>4255</TotalTime>
  <Words>1976</Words>
  <Application>Microsoft Office PowerPoint</Application>
  <PresentationFormat>Widescreen</PresentationFormat>
  <Paragraphs>190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Courier New</vt:lpstr>
      <vt:lpstr>Aptos</vt:lpstr>
      <vt:lpstr>Arial</vt:lpstr>
      <vt:lpstr>Calibri</vt:lpstr>
      <vt:lpstr>Open Sans</vt:lpstr>
      <vt:lpstr>Office Theme</vt:lpstr>
      <vt:lpstr>Agentic AI Tools</vt:lpstr>
      <vt:lpstr>Agenda</vt:lpstr>
      <vt:lpstr>Agent = LLM + Harness</vt:lpstr>
      <vt:lpstr>What Are Tools, and How Do They Work?</vt:lpstr>
      <vt:lpstr>Tool Calling: Illusion vs. Reality</vt:lpstr>
      <vt:lpstr>Demo: Prompting Alone Can "Call a Tool"</vt:lpstr>
      <vt:lpstr>A Concrete Example: Study Buddy</vt:lpstr>
      <vt:lpstr>The Agent Loop</vt:lpstr>
      <vt:lpstr>Anatomy of a Tool: Sample Code</vt:lpstr>
      <vt:lpstr>The Harder Part: If → While, and the For Loop</vt:lpstr>
      <vt:lpstr>The Agent Loop: Sample Code</vt:lpstr>
      <vt:lpstr>From Study Buddy to Your Persona Agent</vt:lpstr>
      <vt:lpstr>What to Remember from This Lecture</vt:lpstr>
      <vt:lpstr>Further Reading</vt:lpstr>
      <vt:lpstr>Let's Get Hands-On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Windows Forms</dc:title>
  <dc:creator>Dekok, Dyllon (dekokdj)</dc:creator>
  <cp:lastModifiedBy>Elkabani, Islam (elkabaim)</cp:lastModifiedBy>
  <cp:revision>103</cp:revision>
  <dcterms:created xsi:type="dcterms:W3CDTF">2022-10-03T18:41:58Z</dcterms:created>
  <dcterms:modified xsi:type="dcterms:W3CDTF">2026-09-20T18:34:47Z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0x010100E13F9C074F6A7441AE1DB07684C2CFB6</vt:lpwstr>
  </property>
</Properties>
</file>